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i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1"/>
  </p:notesMasterIdLst>
  <p:sldIdLst>
    <p:sldId id="260" r:id="rId2"/>
    <p:sldId id="261" r:id="rId3"/>
    <p:sldId id="262" r:id="rId4"/>
    <p:sldId id="263" r:id="rId5"/>
    <p:sldId id="264" r:id="rId6"/>
    <p:sldId id="256" r:id="rId7"/>
    <p:sldId id="257" r:id="rId8"/>
    <p:sldId id="258" r:id="rId9"/>
    <p:sldId id="259" r:id="rId10"/>
  </p:sldIdLst>
  <p:sldSz cx="6858000" cy="78724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D2B48C"/>
    <a:srgbClr val="ADFF2F"/>
    <a:srgbClr val="FF0000"/>
    <a:srgbClr val="0000FF"/>
    <a:srgbClr val="00FF00"/>
    <a:srgbClr val="40E0D0"/>
    <a:srgbClr val="A020F0"/>
    <a:srgbClr val="FFC0C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7FBDECE-A1F2-4D81-8DFB-469EE06603CF}" v="16" dt="2024-11-28T08:45:54.531"/>
    <p1510:client id="{CAB5BB0D-1C14-460C-AC0A-23AAF8D8F31B}" v="1" dt="2024-11-29T08:17:25.45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988" autoAdjust="0"/>
    <p:restoredTop sz="94660"/>
  </p:normalViewPr>
  <p:slideViewPr>
    <p:cSldViewPr snapToGrid="0">
      <p:cViewPr varScale="1">
        <p:scale>
          <a:sx n="131" d="100"/>
          <a:sy n="131" d="100"/>
        </p:scale>
        <p:origin x="6408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atmika Barve" userId="778fd8b1b8220c1c" providerId="LiveId" clId="{8C85FE79-0DE8-4CE6-BA1A-AB2C35C91F86}"/>
    <pc:docChg chg="modSld">
      <pc:chgData name="Aatmika Barve" userId="778fd8b1b8220c1c" providerId="LiveId" clId="{8C85FE79-0DE8-4CE6-BA1A-AB2C35C91F86}" dt="2024-11-25T16:33:50.321" v="0" actId="1076"/>
      <pc:docMkLst>
        <pc:docMk/>
      </pc:docMkLst>
      <pc:sldChg chg="modSp mod">
        <pc:chgData name="Aatmika Barve" userId="778fd8b1b8220c1c" providerId="LiveId" clId="{8C85FE79-0DE8-4CE6-BA1A-AB2C35C91F86}" dt="2024-11-25T16:33:50.321" v="0" actId="1076"/>
        <pc:sldMkLst>
          <pc:docMk/>
          <pc:sldMk cId="2698908076" sldId="256"/>
        </pc:sldMkLst>
        <pc:graphicFrameChg chg="mod">
          <ac:chgData name="Aatmika Barve" userId="778fd8b1b8220c1c" providerId="LiveId" clId="{8C85FE79-0DE8-4CE6-BA1A-AB2C35C91F86}" dt="2024-11-25T16:33:50.321" v="0" actId="1076"/>
          <ac:graphicFrameMkLst>
            <pc:docMk/>
            <pc:sldMk cId="2698908076" sldId="256"/>
            <ac:graphicFrameMk id="4" creationId="{48A7D183-5E99-A8D2-77A1-120AC736D3C8}"/>
          </ac:graphicFrameMkLst>
        </pc:graphicFrameChg>
      </pc:sldChg>
    </pc:docChg>
  </pc:docChgLst>
  <pc:docChgLst>
    <pc:chgData name="Aatmika Barve" userId="778fd8b1b8220c1c" providerId="LiveId" clId="{79D515AE-5A77-47B5-B110-C860FAC755B2}"/>
    <pc:docChg chg="custSel addSld modSld">
      <pc:chgData name="Aatmika Barve" userId="778fd8b1b8220c1c" providerId="LiveId" clId="{79D515AE-5A77-47B5-B110-C860FAC755B2}" dt="2024-11-18T13:34:23.590" v="477" actId="1076"/>
      <pc:docMkLst>
        <pc:docMk/>
      </pc:docMkLst>
      <pc:sldChg chg="addSp delSp modSp mod">
        <pc:chgData name="Aatmika Barve" userId="778fd8b1b8220c1c" providerId="LiveId" clId="{79D515AE-5A77-47B5-B110-C860FAC755B2}" dt="2024-11-18T13:34:23.590" v="477" actId="1076"/>
        <pc:sldMkLst>
          <pc:docMk/>
          <pc:sldMk cId="2042991587" sldId="257"/>
        </pc:sldMkLst>
        <pc:graphicFrameChg chg="add mod">
          <ac:chgData name="Aatmika Barve" userId="778fd8b1b8220c1c" providerId="LiveId" clId="{79D515AE-5A77-47B5-B110-C860FAC755B2}" dt="2024-11-18T13:34:03.405" v="475" actId="14100"/>
          <ac:graphicFrameMkLst>
            <pc:docMk/>
            <pc:sldMk cId="2042991587" sldId="257"/>
            <ac:graphicFrameMk id="16" creationId="{7212E67B-C70D-2C23-EEEC-F6589B65442D}"/>
          </ac:graphicFrameMkLst>
        </pc:graphicFrameChg>
        <pc:graphicFrameChg chg="add mod">
          <ac:chgData name="Aatmika Barve" userId="778fd8b1b8220c1c" providerId="LiveId" clId="{79D515AE-5A77-47B5-B110-C860FAC755B2}" dt="2024-11-18T13:34:23.590" v="477" actId="1076"/>
          <ac:graphicFrameMkLst>
            <pc:docMk/>
            <pc:sldMk cId="2042991587" sldId="257"/>
            <ac:graphicFrameMk id="17" creationId="{F8AAEA72-E643-7FA1-EF4C-D66FF5B20776}"/>
          </ac:graphicFrameMkLst>
        </pc:graphicFrameChg>
        <pc:graphicFrameChg chg="add mod">
          <ac:chgData name="Aatmika Barve" userId="778fd8b1b8220c1c" providerId="LiveId" clId="{79D515AE-5A77-47B5-B110-C860FAC755B2}" dt="2024-11-18T13:32:36.718" v="461" actId="1076"/>
          <ac:graphicFrameMkLst>
            <pc:docMk/>
            <pc:sldMk cId="2042991587" sldId="257"/>
            <ac:graphicFrameMk id="18" creationId="{A2A6BA81-E1C0-D710-60F0-033328975FCB}"/>
          </ac:graphicFrameMkLst>
        </pc:graphicFrameChg>
        <pc:graphicFrameChg chg="add mod">
          <ac:chgData name="Aatmika Barve" userId="778fd8b1b8220c1c" providerId="LiveId" clId="{79D515AE-5A77-47B5-B110-C860FAC755B2}" dt="2024-11-18T13:32:57.445" v="465" actId="1076"/>
          <ac:graphicFrameMkLst>
            <pc:docMk/>
            <pc:sldMk cId="2042991587" sldId="257"/>
            <ac:graphicFrameMk id="19" creationId="{507CB97B-0E55-7030-2C7A-0F2E4785D9A1}"/>
          </ac:graphicFrameMkLst>
        </pc:graphicFrameChg>
        <pc:graphicFrameChg chg="add mod">
          <ac:chgData name="Aatmika Barve" userId="778fd8b1b8220c1c" providerId="LiveId" clId="{79D515AE-5A77-47B5-B110-C860FAC755B2}" dt="2024-11-18T13:33:31.133" v="471" actId="1076"/>
          <ac:graphicFrameMkLst>
            <pc:docMk/>
            <pc:sldMk cId="2042991587" sldId="257"/>
            <ac:graphicFrameMk id="21" creationId="{793BF225-103D-2EFD-BA1C-DB7243065B96}"/>
          </ac:graphicFrameMkLst>
        </pc:graphicFrameChg>
        <pc:picChg chg="mod">
          <ac:chgData name="Aatmika Barve" userId="778fd8b1b8220c1c" providerId="LiveId" clId="{79D515AE-5A77-47B5-B110-C860FAC755B2}" dt="2024-11-18T13:27:40.093" v="421" actId="14100"/>
          <ac:picMkLst>
            <pc:docMk/>
            <pc:sldMk cId="2042991587" sldId="257"/>
            <ac:picMk id="14" creationId="{8DC21AD3-8436-D247-18C3-8C36FA5F7B91}"/>
          </ac:picMkLst>
        </pc:picChg>
      </pc:sldChg>
      <pc:sldChg chg="addSp delSp modSp new mod modClrScheme chgLayout">
        <pc:chgData name="Aatmika Barve" userId="778fd8b1b8220c1c" providerId="LiveId" clId="{79D515AE-5A77-47B5-B110-C860FAC755B2}" dt="2024-11-18T13:26:45.814" v="410" actId="164"/>
        <pc:sldMkLst>
          <pc:docMk/>
          <pc:sldMk cId="350517044" sldId="258"/>
        </pc:sldMkLst>
        <pc:spChg chg="add mod">
          <ac:chgData name="Aatmika Barve" userId="778fd8b1b8220c1c" providerId="LiveId" clId="{79D515AE-5A77-47B5-B110-C860FAC755B2}" dt="2024-11-18T13:26:45.814" v="410" actId="164"/>
          <ac:spMkLst>
            <pc:docMk/>
            <pc:sldMk cId="350517044" sldId="258"/>
            <ac:spMk id="5" creationId="{474E3BE1-2EB9-32A8-12B0-867F33A81D0C}"/>
          </ac:spMkLst>
        </pc:spChg>
        <pc:spChg chg="add mod">
          <ac:chgData name="Aatmika Barve" userId="778fd8b1b8220c1c" providerId="LiveId" clId="{79D515AE-5A77-47B5-B110-C860FAC755B2}" dt="2024-11-18T13:26:45.814" v="410" actId="164"/>
          <ac:spMkLst>
            <pc:docMk/>
            <pc:sldMk cId="350517044" sldId="258"/>
            <ac:spMk id="6" creationId="{0E8BC8E6-220C-AD9E-9C54-585E5656E5AF}"/>
          </ac:spMkLst>
        </pc:spChg>
        <pc:spChg chg="add mod">
          <ac:chgData name="Aatmika Barve" userId="778fd8b1b8220c1c" providerId="LiveId" clId="{79D515AE-5A77-47B5-B110-C860FAC755B2}" dt="2024-11-18T13:26:45.814" v="410" actId="164"/>
          <ac:spMkLst>
            <pc:docMk/>
            <pc:sldMk cId="350517044" sldId="258"/>
            <ac:spMk id="7" creationId="{617AEDCA-CB18-7D9C-103A-091681236CC7}"/>
          </ac:spMkLst>
        </pc:spChg>
        <pc:spChg chg="add mod">
          <ac:chgData name="Aatmika Barve" userId="778fd8b1b8220c1c" providerId="LiveId" clId="{79D515AE-5A77-47B5-B110-C860FAC755B2}" dt="2024-11-18T13:26:45.814" v="410" actId="164"/>
          <ac:spMkLst>
            <pc:docMk/>
            <pc:sldMk cId="350517044" sldId="258"/>
            <ac:spMk id="8" creationId="{036CF723-70EF-EEDE-0CFC-CEA31404CF9A}"/>
          </ac:spMkLst>
        </pc:spChg>
        <pc:spChg chg="add mod">
          <ac:chgData name="Aatmika Barve" userId="778fd8b1b8220c1c" providerId="LiveId" clId="{79D515AE-5A77-47B5-B110-C860FAC755B2}" dt="2024-11-18T13:26:45.814" v="410" actId="164"/>
          <ac:spMkLst>
            <pc:docMk/>
            <pc:sldMk cId="350517044" sldId="258"/>
            <ac:spMk id="9" creationId="{116CBAAE-9033-2BB9-C0EE-8D5D3EEAC1C3}"/>
          </ac:spMkLst>
        </pc:spChg>
        <pc:spChg chg="add mod">
          <ac:chgData name="Aatmika Barve" userId="778fd8b1b8220c1c" providerId="LiveId" clId="{79D515AE-5A77-47B5-B110-C860FAC755B2}" dt="2024-11-18T13:26:45.814" v="410" actId="164"/>
          <ac:spMkLst>
            <pc:docMk/>
            <pc:sldMk cId="350517044" sldId="258"/>
            <ac:spMk id="10" creationId="{A0F85095-DC4C-2E16-AFA1-48B8CBF21356}"/>
          </ac:spMkLst>
        </pc:spChg>
        <pc:spChg chg="add mod">
          <ac:chgData name="Aatmika Barve" userId="778fd8b1b8220c1c" providerId="LiveId" clId="{79D515AE-5A77-47B5-B110-C860FAC755B2}" dt="2024-11-18T13:26:45.814" v="410" actId="164"/>
          <ac:spMkLst>
            <pc:docMk/>
            <pc:sldMk cId="350517044" sldId="258"/>
            <ac:spMk id="11" creationId="{B04DC106-1D36-3971-4319-A7F4F695AD44}"/>
          </ac:spMkLst>
        </pc:spChg>
        <pc:spChg chg="add mod">
          <ac:chgData name="Aatmika Barve" userId="778fd8b1b8220c1c" providerId="LiveId" clId="{79D515AE-5A77-47B5-B110-C860FAC755B2}" dt="2024-11-18T13:26:45.814" v="410" actId="164"/>
          <ac:spMkLst>
            <pc:docMk/>
            <pc:sldMk cId="350517044" sldId="258"/>
            <ac:spMk id="12" creationId="{CAA28A94-68DC-395D-18F1-CE8633327CEF}"/>
          </ac:spMkLst>
        </pc:spChg>
        <pc:spChg chg="add mod">
          <ac:chgData name="Aatmika Barve" userId="778fd8b1b8220c1c" providerId="LiveId" clId="{79D515AE-5A77-47B5-B110-C860FAC755B2}" dt="2024-11-18T13:26:45.814" v="410" actId="164"/>
          <ac:spMkLst>
            <pc:docMk/>
            <pc:sldMk cId="350517044" sldId="258"/>
            <ac:spMk id="13" creationId="{970E6C7B-41C2-1D71-50DE-E8456BA18D48}"/>
          </ac:spMkLst>
        </pc:spChg>
        <pc:spChg chg="add mod">
          <ac:chgData name="Aatmika Barve" userId="778fd8b1b8220c1c" providerId="LiveId" clId="{79D515AE-5A77-47B5-B110-C860FAC755B2}" dt="2024-11-18T13:26:45.814" v="410" actId="164"/>
          <ac:spMkLst>
            <pc:docMk/>
            <pc:sldMk cId="350517044" sldId="258"/>
            <ac:spMk id="14" creationId="{6FF449A4-61C6-D7D0-4EFF-49E3DF66EA30}"/>
          </ac:spMkLst>
        </pc:spChg>
        <pc:spChg chg="add mod">
          <ac:chgData name="Aatmika Barve" userId="778fd8b1b8220c1c" providerId="LiveId" clId="{79D515AE-5A77-47B5-B110-C860FAC755B2}" dt="2024-11-18T13:26:45.814" v="410" actId="164"/>
          <ac:spMkLst>
            <pc:docMk/>
            <pc:sldMk cId="350517044" sldId="258"/>
            <ac:spMk id="15" creationId="{A83F3F18-06C7-4CBA-D246-87F9283D7163}"/>
          </ac:spMkLst>
        </pc:spChg>
        <pc:spChg chg="add mod">
          <ac:chgData name="Aatmika Barve" userId="778fd8b1b8220c1c" providerId="LiveId" clId="{79D515AE-5A77-47B5-B110-C860FAC755B2}" dt="2024-11-18T13:26:45.814" v="410" actId="164"/>
          <ac:spMkLst>
            <pc:docMk/>
            <pc:sldMk cId="350517044" sldId="258"/>
            <ac:spMk id="16" creationId="{9C22E667-7B44-4AF9-CF6F-4DB56C1F9524}"/>
          </ac:spMkLst>
        </pc:spChg>
        <pc:spChg chg="add mod">
          <ac:chgData name="Aatmika Barve" userId="778fd8b1b8220c1c" providerId="LiveId" clId="{79D515AE-5A77-47B5-B110-C860FAC755B2}" dt="2024-11-18T13:26:45.814" v="410" actId="164"/>
          <ac:spMkLst>
            <pc:docMk/>
            <pc:sldMk cId="350517044" sldId="258"/>
            <ac:spMk id="17" creationId="{503B6C3F-741A-E95B-C989-A021ECEFF47D}"/>
          </ac:spMkLst>
        </pc:spChg>
        <pc:spChg chg="add mod">
          <ac:chgData name="Aatmika Barve" userId="778fd8b1b8220c1c" providerId="LiveId" clId="{79D515AE-5A77-47B5-B110-C860FAC755B2}" dt="2024-11-18T13:26:45.814" v="410" actId="164"/>
          <ac:spMkLst>
            <pc:docMk/>
            <pc:sldMk cId="350517044" sldId="258"/>
            <ac:spMk id="18" creationId="{87269E79-96D3-B0F0-1CD3-0FC00789748B}"/>
          </ac:spMkLst>
        </pc:spChg>
        <pc:spChg chg="add mod">
          <ac:chgData name="Aatmika Barve" userId="778fd8b1b8220c1c" providerId="LiveId" clId="{79D515AE-5A77-47B5-B110-C860FAC755B2}" dt="2024-11-18T13:26:45.814" v="410" actId="164"/>
          <ac:spMkLst>
            <pc:docMk/>
            <pc:sldMk cId="350517044" sldId="258"/>
            <ac:spMk id="19" creationId="{65DDD58D-BC10-6B19-7E0E-0D2C784848F0}"/>
          </ac:spMkLst>
        </pc:spChg>
        <pc:spChg chg="add mod">
          <ac:chgData name="Aatmika Barve" userId="778fd8b1b8220c1c" providerId="LiveId" clId="{79D515AE-5A77-47B5-B110-C860FAC755B2}" dt="2024-11-18T13:26:45.814" v="410" actId="164"/>
          <ac:spMkLst>
            <pc:docMk/>
            <pc:sldMk cId="350517044" sldId="258"/>
            <ac:spMk id="20" creationId="{7279C4E3-04DE-7988-D6EF-AC0ACD012500}"/>
          </ac:spMkLst>
        </pc:spChg>
        <pc:spChg chg="add mod">
          <ac:chgData name="Aatmika Barve" userId="778fd8b1b8220c1c" providerId="LiveId" clId="{79D515AE-5A77-47B5-B110-C860FAC755B2}" dt="2024-11-18T13:26:45.814" v="410" actId="164"/>
          <ac:spMkLst>
            <pc:docMk/>
            <pc:sldMk cId="350517044" sldId="258"/>
            <ac:spMk id="21" creationId="{37C50476-E4B3-CA63-D3F8-FB1E9E52648F}"/>
          </ac:spMkLst>
        </pc:spChg>
        <pc:spChg chg="add mod">
          <ac:chgData name="Aatmika Barve" userId="778fd8b1b8220c1c" providerId="LiveId" clId="{79D515AE-5A77-47B5-B110-C860FAC755B2}" dt="2024-11-18T13:26:45.814" v="410" actId="164"/>
          <ac:spMkLst>
            <pc:docMk/>
            <pc:sldMk cId="350517044" sldId="258"/>
            <ac:spMk id="22" creationId="{609A084D-8116-BED9-CAE9-E36988FA26AD}"/>
          </ac:spMkLst>
        </pc:spChg>
        <pc:spChg chg="add mod">
          <ac:chgData name="Aatmika Barve" userId="778fd8b1b8220c1c" providerId="LiveId" clId="{79D515AE-5A77-47B5-B110-C860FAC755B2}" dt="2024-11-18T13:26:45.814" v="410" actId="164"/>
          <ac:spMkLst>
            <pc:docMk/>
            <pc:sldMk cId="350517044" sldId="258"/>
            <ac:spMk id="23" creationId="{FA64AAFC-85F3-CFDD-E8D8-938BFCC6BF57}"/>
          </ac:spMkLst>
        </pc:spChg>
        <pc:spChg chg="add mod">
          <ac:chgData name="Aatmika Barve" userId="778fd8b1b8220c1c" providerId="LiveId" clId="{79D515AE-5A77-47B5-B110-C860FAC755B2}" dt="2024-11-18T13:26:45.814" v="410" actId="164"/>
          <ac:spMkLst>
            <pc:docMk/>
            <pc:sldMk cId="350517044" sldId="258"/>
            <ac:spMk id="24" creationId="{639C9E90-8406-40E0-F921-6C49E51CB19D}"/>
          </ac:spMkLst>
        </pc:spChg>
        <pc:spChg chg="add mod">
          <ac:chgData name="Aatmika Barve" userId="778fd8b1b8220c1c" providerId="LiveId" clId="{79D515AE-5A77-47B5-B110-C860FAC755B2}" dt="2024-11-18T13:26:45.814" v="410" actId="164"/>
          <ac:spMkLst>
            <pc:docMk/>
            <pc:sldMk cId="350517044" sldId="258"/>
            <ac:spMk id="25" creationId="{29B3ABA8-D8E6-5798-5A40-0BDA8816AC72}"/>
          </ac:spMkLst>
        </pc:spChg>
        <pc:spChg chg="add mod">
          <ac:chgData name="Aatmika Barve" userId="778fd8b1b8220c1c" providerId="LiveId" clId="{79D515AE-5A77-47B5-B110-C860FAC755B2}" dt="2024-11-18T13:26:45.814" v="410" actId="164"/>
          <ac:spMkLst>
            <pc:docMk/>
            <pc:sldMk cId="350517044" sldId="258"/>
            <ac:spMk id="26" creationId="{ABACBDA8-0AE5-2BD5-08E3-0201D8F70B3F}"/>
          </ac:spMkLst>
        </pc:spChg>
        <pc:spChg chg="add mod">
          <ac:chgData name="Aatmika Barve" userId="778fd8b1b8220c1c" providerId="LiveId" clId="{79D515AE-5A77-47B5-B110-C860FAC755B2}" dt="2024-11-18T13:26:45.814" v="410" actId="164"/>
          <ac:spMkLst>
            <pc:docMk/>
            <pc:sldMk cId="350517044" sldId="258"/>
            <ac:spMk id="27" creationId="{742EC03B-E006-2195-F5B9-D5357B4086C5}"/>
          </ac:spMkLst>
        </pc:spChg>
        <pc:spChg chg="add mod">
          <ac:chgData name="Aatmika Barve" userId="778fd8b1b8220c1c" providerId="LiveId" clId="{79D515AE-5A77-47B5-B110-C860FAC755B2}" dt="2024-11-18T13:26:45.814" v="410" actId="164"/>
          <ac:spMkLst>
            <pc:docMk/>
            <pc:sldMk cId="350517044" sldId="258"/>
            <ac:spMk id="28" creationId="{8894989B-1C7A-557D-22B2-4D8BBE36B3C2}"/>
          </ac:spMkLst>
        </pc:spChg>
        <pc:grpChg chg="add mod">
          <ac:chgData name="Aatmika Barve" userId="778fd8b1b8220c1c" providerId="LiveId" clId="{79D515AE-5A77-47B5-B110-C860FAC755B2}" dt="2024-11-18T13:26:45.814" v="410" actId="164"/>
          <ac:grpSpMkLst>
            <pc:docMk/>
            <pc:sldMk cId="350517044" sldId="258"/>
            <ac:grpSpMk id="29" creationId="{17CE2437-9A99-7DFB-8BBD-8C4232060277}"/>
          </ac:grpSpMkLst>
        </pc:grpChg>
        <pc:picChg chg="add mod">
          <ac:chgData name="Aatmika Barve" userId="778fd8b1b8220c1c" providerId="LiveId" clId="{79D515AE-5A77-47B5-B110-C860FAC755B2}" dt="2024-11-18T13:26:45.814" v="410" actId="164"/>
          <ac:picMkLst>
            <pc:docMk/>
            <pc:sldMk cId="350517044" sldId="258"/>
            <ac:picMk id="4" creationId="{4BB6DA7E-4901-22DE-D09E-FA60D96AB660}"/>
          </ac:picMkLst>
        </pc:picChg>
      </pc:sldChg>
      <pc:sldChg chg="addSp modSp new mod">
        <pc:chgData name="Aatmika Barve" userId="778fd8b1b8220c1c" providerId="LiveId" clId="{79D515AE-5A77-47B5-B110-C860FAC755B2}" dt="2024-11-18T13:31:44.389" v="450" actId="1076"/>
        <pc:sldMkLst>
          <pc:docMk/>
          <pc:sldMk cId="390212429" sldId="259"/>
        </pc:sldMkLst>
        <pc:graphicFrameChg chg="add mod">
          <ac:chgData name="Aatmika Barve" userId="778fd8b1b8220c1c" providerId="LiveId" clId="{79D515AE-5A77-47B5-B110-C860FAC755B2}" dt="2024-11-18T13:28:56.119" v="425" actId="1076"/>
          <ac:graphicFrameMkLst>
            <pc:docMk/>
            <pc:sldMk cId="390212429" sldId="259"/>
            <ac:graphicFrameMk id="3" creationId="{C692ECC3-C75B-43DC-8947-B3F96B1BAA75}"/>
          </ac:graphicFrameMkLst>
        </pc:graphicFrameChg>
        <pc:graphicFrameChg chg="add mod">
          <ac:chgData name="Aatmika Barve" userId="778fd8b1b8220c1c" providerId="LiveId" clId="{79D515AE-5A77-47B5-B110-C860FAC755B2}" dt="2024-11-18T13:29:32.333" v="432" actId="1076"/>
          <ac:graphicFrameMkLst>
            <pc:docMk/>
            <pc:sldMk cId="390212429" sldId="259"/>
            <ac:graphicFrameMk id="4" creationId="{7D334DC9-260C-7972-1D64-D20FF314C610}"/>
          </ac:graphicFrameMkLst>
        </pc:graphicFrameChg>
        <pc:graphicFrameChg chg="add mod">
          <ac:chgData name="Aatmika Barve" userId="778fd8b1b8220c1c" providerId="LiveId" clId="{79D515AE-5A77-47B5-B110-C860FAC755B2}" dt="2024-11-18T13:29:27.726" v="431" actId="1076"/>
          <ac:graphicFrameMkLst>
            <pc:docMk/>
            <pc:sldMk cId="390212429" sldId="259"/>
            <ac:graphicFrameMk id="5" creationId="{D23E2335-BDEB-80E1-F8BD-39044105CA87}"/>
          </ac:graphicFrameMkLst>
        </pc:graphicFrameChg>
        <pc:graphicFrameChg chg="add mod">
          <ac:chgData name="Aatmika Barve" userId="778fd8b1b8220c1c" providerId="LiveId" clId="{79D515AE-5A77-47B5-B110-C860FAC755B2}" dt="2024-11-18T13:31:44.389" v="450" actId="1076"/>
          <ac:graphicFrameMkLst>
            <pc:docMk/>
            <pc:sldMk cId="390212429" sldId="259"/>
            <ac:graphicFrameMk id="6" creationId="{E424B3D9-F76C-6D7B-4E5E-278577C11CEF}"/>
          </ac:graphicFrameMkLst>
        </pc:graphicFrameChg>
        <pc:graphicFrameChg chg="add mod">
          <ac:chgData name="Aatmika Barve" userId="778fd8b1b8220c1c" providerId="LiveId" clId="{79D515AE-5A77-47B5-B110-C860FAC755B2}" dt="2024-11-18T13:30:14.095" v="436" actId="1076"/>
          <ac:graphicFrameMkLst>
            <pc:docMk/>
            <pc:sldMk cId="390212429" sldId="259"/>
            <ac:graphicFrameMk id="7" creationId="{3BBB6D06-E5AA-224D-9718-DE4402694622}"/>
          </ac:graphicFrameMkLst>
        </pc:graphicFrameChg>
        <pc:graphicFrameChg chg="add mod">
          <ac:chgData name="Aatmika Barve" userId="778fd8b1b8220c1c" providerId="LiveId" clId="{79D515AE-5A77-47B5-B110-C860FAC755B2}" dt="2024-11-18T13:30:29.543" v="438" actId="1076"/>
          <ac:graphicFrameMkLst>
            <pc:docMk/>
            <pc:sldMk cId="390212429" sldId="259"/>
            <ac:graphicFrameMk id="8" creationId="{3E99CC60-0A36-6C2A-327F-8BB4487D3D14}"/>
          </ac:graphicFrameMkLst>
        </pc:graphicFrameChg>
        <pc:graphicFrameChg chg="add mod">
          <ac:chgData name="Aatmika Barve" userId="778fd8b1b8220c1c" providerId="LiveId" clId="{79D515AE-5A77-47B5-B110-C860FAC755B2}" dt="2024-11-18T13:30:43.919" v="440" actId="1076"/>
          <ac:graphicFrameMkLst>
            <pc:docMk/>
            <pc:sldMk cId="390212429" sldId="259"/>
            <ac:graphicFrameMk id="9" creationId="{F15DB749-EF45-2AC0-E23D-8DCBE1C18946}"/>
          </ac:graphicFrameMkLst>
        </pc:graphicFrameChg>
        <pc:graphicFrameChg chg="add mod">
          <ac:chgData name="Aatmika Barve" userId="778fd8b1b8220c1c" providerId="LiveId" clId="{79D515AE-5A77-47B5-B110-C860FAC755B2}" dt="2024-11-18T13:30:58.864" v="442" actId="1076"/>
          <ac:graphicFrameMkLst>
            <pc:docMk/>
            <pc:sldMk cId="390212429" sldId="259"/>
            <ac:graphicFrameMk id="10" creationId="{18DE6F87-2232-21CD-4E0F-EB8EF425A95D}"/>
          </ac:graphicFrameMkLst>
        </pc:graphicFrameChg>
      </pc:sldChg>
    </pc:docChg>
  </pc:docChgLst>
  <pc:docChgLst>
    <pc:chgData name="Kevin Richetin" userId="b0ccaec20e10084c" providerId="LiveId" clId="{FC1AD4EA-B7B9-467F-ACAF-3B7BD8A3B6D5}"/>
    <pc:docChg chg="custSel addSld modSld">
      <pc:chgData name="Kevin Richetin" userId="b0ccaec20e10084c" providerId="LiveId" clId="{FC1AD4EA-B7B9-467F-ACAF-3B7BD8A3B6D5}" dt="2024-09-10T07:03:17.127" v="396" actId="1076"/>
      <pc:docMkLst>
        <pc:docMk/>
      </pc:docMkLst>
      <pc:sldChg chg="addSp delSp modSp mod">
        <pc:chgData name="Kevin Richetin" userId="b0ccaec20e10084c" providerId="LiveId" clId="{FC1AD4EA-B7B9-467F-ACAF-3B7BD8A3B6D5}" dt="2024-09-10T07:03:17.127" v="396" actId="1076"/>
        <pc:sldMkLst>
          <pc:docMk/>
          <pc:sldMk cId="2698908076" sldId="256"/>
        </pc:sldMkLst>
        <pc:spChg chg="mod">
          <ac:chgData name="Kevin Richetin" userId="b0ccaec20e10084c" providerId="LiveId" clId="{FC1AD4EA-B7B9-467F-ACAF-3B7BD8A3B6D5}" dt="2024-09-10T07:02:17.224" v="391" actId="20577"/>
          <ac:spMkLst>
            <pc:docMk/>
            <pc:sldMk cId="2698908076" sldId="256"/>
            <ac:spMk id="10" creationId="{C518E386-9AA4-3FD2-633B-2D4EFE411A4D}"/>
          </ac:spMkLst>
        </pc:spChg>
        <pc:graphicFrameChg chg="add mod">
          <ac:chgData name="Kevin Richetin" userId="b0ccaec20e10084c" providerId="LiveId" clId="{FC1AD4EA-B7B9-467F-ACAF-3B7BD8A3B6D5}" dt="2024-09-10T07:02:29.114" v="393" actId="1076"/>
          <ac:graphicFrameMkLst>
            <pc:docMk/>
            <pc:sldMk cId="2698908076" sldId="256"/>
            <ac:graphicFrameMk id="2" creationId="{1B111DC4-2AF1-C78C-DC09-7AB511FD49FC}"/>
          </ac:graphicFrameMkLst>
        </pc:graphicFrameChg>
        <pc:graphicFrameChg chg="add mod">
          <ac:chgData name="Kevin Richetin" userId="b0ccaec20e10084c" providerId="LiveId" clId="{FC1AD4EA-B7B9-467F-ACAF-3B7BD8A3B6D5}" dt="2024-09-10T07:02:29.114" v="393" actId="1076"/>
          <ac:graphicFrameMkLst>
            <pc:docMk/>
            <pc:sldMk cId="2698908076" sldId="256"/>
            <ac:graphicFrameMk id="3" creationId="{AA62CC7F-839D-046B-239B-A3FBC6B99DA2}"/>
          </ac:graphicFrameMkLst>
        </pc:graphicFrameChg>
        <pc:graphicFrameChg chg="mod">
          <ac:chgData name="Kevin Richetin" userId="b0ccaec20e10084c" providerId="LiveId" clId="{FC1AD4EA-B7B9-467F-ACAF-3B7BD8A3B6D5}" dt="2024-09-10T07:03:12.430" v="395" actId="1076"/>
          <ac:graphicFrameMkLst>
            <pc:docMk/>
            <pc:sldMk cId="2698908076" sldId="256"/>
            <ac:graphicFrameMk id="4" creationId="{48A7D183-5E99-A8D2-77A1-120AC736D3C8}"/>
          </ac:graphicFrameMkLst>
        </pc:graphicFrameChg>
        <pc:graphicFrameChg chg="add mod">
          <ac:chgData name="Kevin Richetin" userId="b0ccaec20e10084c" providerId="LiveId" clId="{FC1AD4EA-B7B9-467F-ACAF-3B7BD8A3B6D5}" dt="2024-09-10T07:02:29.114" v="393" actId="1076"/>
          <ac:graphicFrameMkLst>
            <pc:docMk/>
            <pc:sldMk cId="2698908076" sldId="256"/>
            <ac:graphicFrameMk id="5" creationId="{00499602-FE82-2FC6-18F8-D4A9F36BCCBA}"/>
          </ac:graphicFrameMkLst>
        </pc:graphicFrameChg>
        <pc:graphicFrameChg chg="add mod">
          <ac:chgData name="Kevin Richetin" userId="b0ccaec20e10084c" providerId="LiveId" clId="{FC1AD4EA-B7B9-467F-ACAF-3B7BD8A3B6D5}" dt="2024-09-09T19:09:21.670" v="327" actId="1076"/>
          <ac:graphicFrameMkLst>
            <pc:docMk/>
            <pc:sldMk cId="2698908076" sldId="256"/>
            <ac:graphicFrameMk id="13" creationId="{99C77A9B-8167-4EAA-C373-0BB71F9C1EBA}"/>
          </ac:graphicFrameMkLst>
        </pc:graphicFrameChg>
        <pc:graphicFrameChg chg="add mod">
          <ac:chgData name="Kevin Richetin" userId="b0ccaec20e10084c" providerId="LiveId" clId="{FC1AD4EA-B7B9-467F-ACAF-3B7BD8A3B6D5}" dt="2024-09-10T07:00:56.210" v="350" actId="1076"/>
          <ac:graphicFrameMkLst>
            <pc:docMk/>
            <pc:sldMk cId="2698908076" sldId="256"/>
            <ac:graphicFrameMk id="14" creationId="{48BBED33-9780-5D22-26E5-396D06BF2F2F}"/>
          </ac:graphicFrameMkLst>
        </pc:graphicFrameChg>
        <pc:graphicFrameChg chg="add mod">
          <ac:chgData name="Kevin Richetin" userId="b0ccaec20e10084c" providerId="LiveId" clId="{FC1AD4EA-B7B9-467F-ACAF-3B7BD8A3B6D5}" dt="2024-09-10T06:53:26.829" v="330" actId="1076"/>
          <ac:graphicFrameMkLst>
            <pc:docMk/>
            <pc:sldMk cId="2698908076" sldId="256"/>
            <ac:graphicFrameMk id="16" creationId="{CAECCAC4-1F15-BD1B-0FAF-60402E02DE2D}"/>
          </ac:graphicFrameMkLst>
        </pc:graphicFrameChg>
        <pc:graphicFrameChg chg="add mod">
          <ac:chgData name="Kevin Richetin" userId="b0ccaec20e10084c" providerId="LiveId" clId="{FC1AD4EA-B7B9-467F-ACAF-3B7BD8A3B6D5}" dt="2024-09-10T06:53:23.598" v="329" actId="1076"/>
          <ac:graphicFrameMkLst>
            <pc:docMk/>
            <pc:sldMk cId="2698908076" sldId="256"/>
            <ac:graphicFrameMk id="17" creationId="{FAB99703-5500-6FB4-8C63-A99F6D89DAB4}"/>
          </ac:graphicFrameMkLst>
        </pc:graphicFrameChg>
        <pc:graphicFrameChg chg="add mod">
          <ac:chgData name="Kevin Richetin" userId="b0ccaec20e10084c" providerId="LiveId" clId="{FC1AD4EA-B7B9-467F-ACAF-3B7BD8A3B6D5}" dt="2024-09-10T07:03:17.127" v="396" actId="1076"/>
          <ac:graphicFrameMkLst>
            <pc:docMk/>
            <pc:sldMk cId="2698908076" sldId="256"/>
            <ac:graphicFrameMk id="18" creationId="{5C716572-17D4-F735-68B7-76CAA8173927}"/>
          </ac:graphicFrameMkLst>
        </pc:graphicFrameChg>
        <pc:graphicFrameChg chg="add mod">
          <ac:chgData name="Kevin Richetin" userId="b0ccaec20e10084c" providerId="LiveId" clId="{FC1AD4EA-B7B9-467F-ACAF-3B7BD8A3B6D5}" dt="2024-09-10T06:53:29.891" v="331" actId="1076"/>
          <ac:graphicFrameMkLst>
            <pc:docMk/>
            <pc:sldMk cId="2698908076" sldId="256"/>
            <ac:graphicFrameMk id="19" creationId="{7707491A-1EFF-3C06-B3B1-6187DA6D569A}"/>
          </ac:graphicFrameMkLst>
        </pc:graphicFrameChg>
        <pc:graphicFrameChg chg="add mod">
          <ac:chgData name="Kevin Richetin" userId="b0ccaec20e10084c" providerId="LiveId" clId="{FC1AD4EA-B7B9-467F-ACAF-3B7BD8A3B6D5}" dt="2024-09-10T07:02:38.222" v="394" actId="1076"/>
          <ac:graphicFrameMkLst>
            <pc:docMk/>
            <pc:sldMk cId="2698908076" sldId="256"/>
            <ac:graphicFrameMk id="20" creationId="{C9ABB2B7-BBDB-8352-6AF3-CB4C8E001AE5}"/>
          </ac:graphicFrameMkLst>
        </pc:graphicFrameChg>
        <pc:graphicFrameChg chg="add mod">
          <ac:chgData name="Kevin Richetin" userId="b0ccaec20e10084c" providerId="LiveId" clId="{FC1AD4EA-B7B9-467F-ACAF-3B7BD8A3B6D5}" dt="2024-09-10T07:02:29.114" v="393" actId="1076"/>
          <ac:graphicFrameMkLst>
            <pc:docMk/>
            <pc:sldMk cId="2698908076" sldId="256"/>
            <ac:graphicFrameMk id="30" creationId="{1177DF0E-1212-30AA-CE0C-463DDCD47890}"/>
          </ac:graphicFrameMkLst>
        </pc:graphicFrameChg>
      </pc:sldChg>
      <pc:sldChg chg="addSp delSp modSp new mod">
        <pc:chgData name="Kevin Richetin" userId="b0ccaec20e10084c" providerId="LiveId" clId="{FC1AD4EA-B7B9-467F-ACAF-3B7BD8A3B6D5}" dt="2024-09-09T19:09:10.111" v="324" actId="1076"/>
        <pc:sldMkLst>
          <pc:docMk/>
          <pc:sldMk cId="2042991587" sldId="257"/>
        </pc:sldMkLst>
      </pc:sldChg>
    </pc:docChg>
  </pc:docChgLst>
  <pc:docChgLst>
    <pc:chgData name="Valentin Zufferey" userId="03c166b93d88a5a2" providerId="Windows Live" clId="Web-{07FBDECE-A1F2-4D81-8DFB-469EE06603CF}"/>
    <pc:docChg chg="modSld">
      <pc:chgData name="Valentin Zufferey" userId="03c166b93d88a5a2" providerId="Windows Live" clId="Web-{07FBDECE-A1F2-4D81-8DFB-469EE06603CF}" dt="2024-11-28T08:45:54.531" v="15" actId="1076"/>
      <pc:docMkLst>
        <pc:docMk/>
      </pc:docMkLst>
      <pc:sldChg chg="addSp delSp modSp">
        <pc:chgData name="Valentin Zufferey" userId="03c166b93d88a5a2" providerId="Windows Live" clId="Web-{07FBDECE-A1F2-4D81-8DFB-469EE06603CF}" dt="2024-11-28T08:45:54.531" v="15" actId="1076"/>
        <pc:sldMkLst>
          <pc:docMk/>
          <pc:sldMk cId="2091169852" sldId="260"/>
        </pc:sldMkLst>
        <pc:spChg chg="del mod">
          <ac:chgData name="Valentin Zufferey" userId="03c166b93d88a5a2" providerId="Windows Live" clId="Web-{07FBDECE-A1F2-4D81-8DFB-469EE06603CF}" dt="2024-11-28T08:45:37.468" v="11"/>
          <ac:spMkLst>
            <pc:docMk/>
            <pc:sldMk cId="2091169852" sldId="260"/>
            <ac:spMk id="7" creationId="{B9FB6618-5DFA-EB4E-1BD5-279C8F0BCFDF}"/>
          </ac:spMkLst>
        </pc:spChg>
        <pc:spChg chg="del">
          <ac:chgData name="Valentin Zufferey" userId="03c166b93d88a5a2" providerId="Windows Live" clId="Web-{07FBDECE-A1F2-4D81-8DFB-469EE06603CF}" dt="2024-11-28T08:45:41.312" v="12"/>
          <ac:spMkLst>
            <pc:docMk/>
            <pc:sldMk cId="2091169852" sldId="260"/>
            <ac:spMk id="51" creationId="{745D5445-55FF-BD28-B3A0-B98A77113997}"/>
          </ac:spMkLst>
        </pc:spChg>
        <pc:graphicFrameChg chg="mod">
          <ac:chgData name="Valentin Zufferey" userId="03c166b93d88a5a2" providerId="Windows Live" clId="Web-{07FBDECE-A1F2-4D81-8DFB-469EE06603CF}" dt="2024-11-28T08:44:47.388" v="0" actId="14100"/>
          <ac:graphicFrameMkLst>
            <pc:docMk/>
            <pc:sldMk cId="2091169852" sldId="260"/>
            <ac:graphicFrameMk id="6" creationId="{25FA16DA-E649-DE50-0690-B1677E011E66}"/>
          </ac:graphicFrameMkLst>
        </pc:graphicFrameChg>
        <pc:picChg chg="add mod">
          <ac:chgData name="Valentin Zufferey" userId="03c166b93d88a5a2" providerId="Windows Live" clId="Web-{07FBDECE-A1F2-4D81-8DFB-469EE06603CF}" dt="2024-11-28T08:45:47.969" v="13" actId="1076"/>
          <ac:picMkLst>
            <pc:docMk/>
            <pc:sldMk cId="2091169852" sldId="260"/>
            <ac:picMk id="8" creationId="{A4D40025-11B6-4AFA-C6A9-EB56C1A8F319}"/>
          </ac:picMkLst>
        </pc:picChg>
        <pc:picChg chg="mod">
          <ac:chgData name="Valentin Zufferey" userId="03c166b93d88a5a2" providerId="Windows Live" clId="Web-{07FBDECE-A1F2-4D81-8DFB-469EE06603CF}" dt="2024-11-28T08:45:54.531" v="15" actId="1076"/>
          <ac:picMkLst>
            <pc:docMk/>
            <pc:sldMk cId="2091169852" sldId="260"/>
            <ac:picMk id="83" creationId="{B70E852B-E2B4-47C2-8B4F-C6B0F8D8AE9B}"/>
          </ac:picMkLst>
        </pc:picChg>
      </pc:sldChg>
    </pc:docChg>
  </pc:docChgLst>
  <pc:docChgLst>
    <pc:chgData name="Kevin Richetin" userId="b0ccaec20e10084c" providerId="LiveId" clId="{B330C363-FF0B-4BED-9354-2346AF6357EB}"/>
    <pc:docChg chg="undo custSel modSld">
      <pc:chgData name="Kevin Richetin" userId="b0ccaec20e10084c" providerId="LiveId" clId="{B330C363-FF0B-4BED-9354-2346AF6357EB}" dt="2024-09-25T03:31:07.079" v="253" actId="1076"/>
      <pc:docMkLst>
        <pc:docMk/>
      </pc:docMkLst>
      <pc:sldChg chg="addSp delSp modSp mod">
        <pc:chgData name="Kevin Richetin" userId="b0ccaec20e10084c" providerId="LiveId" clId="{B330C363-FF0B-4BED-9354-2346AF6357EB}" dt="2024-09-25T03:31:07.079" v="253" actId="1076"/>
        <pc:sldMkLst>
          <pc:docMk/>
          <pc:sldMk cId="2698908076" sldId="256"/>
        </pc:sldMkLst>
        <pc:spChg chg="add mod">
          <ac:chgData name="Kevin Richetin" userId="b0ccaec20e10084c" providerId="LiveId" clId="{B330C363-FF0B-4BED-9354-2346AF6357EB}" dt="2024-09-25T03:29:53.819" v="231" actId="1076"/>
          <ac:spMkLst>
            <pc:docMk/>
            <pc:sldMk cId="2698908076" sldId="256"/>
            <ac:spMk id="6" creationId="{F07959B6-DE36-5973-A63F-8542CF73AE05}"/>
          </ac:spMkLst>
        </pc:spChg>
        <pc:spChg chg="add mod">
          <ac:chgData name="Kevin Richetin" userId="b0ccaec20e10084c" providerId="LiveId" clId="{B330C363-FF0B-4BED-9354-2346AF6357EB}" dt="2024-09-25T03:29:53.819" v="231" actId="1076"/>
          <ac:spMkLst>
            <pc:docMk/>
            <pc:sldMk cId="2698908076" sldId="256"/>
            <ac:spMk id="7" creationId="{70A789E5-F4B3-80D9-5184-82CFEE696F04}"/>
          </ac:spMkLst>
        </pc:spChg>
        <pc:spChg chg="add mod">
          <ac:chgData name="Kevin Richetin" userId="b0ccaec20e10084c" providerId="LiveId" clId="{B330C363-FF0B-4BED-9354-2346AF6357EB}" dt="2024-09-25T03:29:53.819" v="231" actId="1076"/>
          <ac:spMkLst>
            <pc:docMk/>
            <pc:sldMk cId="2698908076" sldId="256"/>
            <ac:spMk id="8" creationId="{7BA15386-A725-E941-97BE-50595975D5A7}"/>
          </ac:spMkLst>
        </pc:spChg>
        <pc:spChg chg="add mod">
          <ac:chgData name="Kevin Richetin" userId="b0ccaec20e10084c" providerId="LiveId" clId="{B330C363-FF0B-4BED-9354-2346AF6357EB}" dt="2024-09-25T03:29:53.819" v="231" actId="1076"/>
          <ac:spMkLst>
            <pc:docMk/>
            <pc:sldMk cId="2698908076" sldId="256"/>
            <ac:spMk id="9" creationId="{2930B827-AA6E-A7D8-E33B-84FC5B62E22D}"/>
          </ac:spMkLst>
        </pc:spChg>
        <pc:spChg chg="mod">
          <ac:chgData name="Kevin Richetin" userId="b0ccaec20e10084c" providerId="LiveId" clId="{B330C363-FF0B-4BED-9354-2346AF6357EB}" dt="2024-09-25T03:31:07.079" v="253" actId="1076"/>
          <ac:spMkLst>
            <pc:docMk/>
            <pc:sldMk cId="2698908076" sldId="256"/>
            <ac:spMk id="10" creationId="{C518E386-9AA4-3FD2-633B-2D4EFE411A4D}"/>
          </ac:spMkLst>
        </pc:spChg>
        <pc:spChg chg="add mod">
          <ac:chgData name="Kevin Richetin" userId="b0ccaec20e10084c" providerId="LiveId" clId="{B330C363-FF0B-4BED-9354-2346AF6357EB}" dt="2024-09-25T03:29:53.819" v="231" actId="1076"/>
          <ac:spMkLst>
            <pc:docMk/>
            <pc:sldMk cId="2698908076" sldId="256"/>
            <ac:spMk id="11" creationId="{BA492368-35D2-BC2B-4301-A004E8167E53}"/>
          </ac:spMkLst>
        </pc:spChg>
        <pc:spChg chg="add mod">
          <ac:chgData name="Kevin Richetin" userId="b0ccaec20e10084c" providerId="LiveId" clId="{B330C363-FF0B-4BED-9354-2346AF6357EB}" dt="2024-09-25T03:29:53.819" v="231" actId="1076"/>
          <ac:spMkLst>
            <pc:docMk/>
            <pc:sldMk cId="2698908076" sldId="256"/>
            <ac:spMk id="12" creationId="{90377F17-3897-9853-530D-094E229BEC7B}"/>
          </ac:spMkLst>
        </pc:spChg>
        <pc:spChg chg="add mod">
          <ac:chgData name="Kevin Richetin" userId="b0ccaec20e10084c" providerId="LiveId" clId="{B330C363-FF0B-4BED-9354-2346AF6357EB}" dt="2024-09-25T03:29:53.819" v="231" actId="1076"/>
          <ac:spMkLst>
            <pc:docMk/>
            <pc:sldMk cId="2698908076" sldId="256"/>
            <ac:spMk id="15" creationId="{CB4756CD-C5FB-2442-1CE2-99320120B671}"/>
          </ac:spMkLst>
        </pc:spChg>
        <pc:spChg chg="add mod">
          <ac:chgData name="Kevin Richetin" userId="b0ccaec20e10084c" providerId="LiveId" clId="{B330C363-FF0B-4BED-9354-2346AF6357EB}" dt="2024-09-25T03:29:53.819" v="231" actId="1076"/>
          <ac:spMkLst>
            <pc:docMk/>
            <pc:sldMk cId="2698908076" sldId="256"/>
            <ac:spMk id="21" creationId="{4C73211F-BE27-050A-4C45-1668BCC2EFFD}"/>
          </ac:spMkLst>
        </pc:spChg>
        <pc:spChg chg="add mod">
          <ac:chgData name="Kevin Richetin" userId="b0ccaec20e10084c" providerId="LiveId" clId="{B330C363-FF0B-4BED-9354-2346AF6357EB}" dt="2024-09-25T03:29:53.819" v="231" actId="1076"/>
          <ac:spMkLst>
            <pc:docMk/>
            <pc:sldMk cId="2698908076" sldId="256"/>
            <ac:spMk id="22" creationId="{0835423E-AB68-D567-FE21-6BBA8AC72FBE}"/>
          </ac:spMkLst>
        </pc:spChg>
        <pc:spChg chg="add mod">
          <ac:chgData name="Kevin Richetin" userId="b0ccaec20e10084c" providerId="LiveId" clId="{B330C363-FF0B-4BED-9354-2346AF6357EB}" dt="2024-09-25T03:29:53.819" v="231" actId="1076"/>
          <ac:spMkLst>
            <pc:docMk/>
            <pc:sldMk cId="2698908076" sldId="256"/>
            <ac:spMk id="23" creationId="{4741C16C-296F-9DC3-D807-235BB3F09C44}"/>
          </ac:spMkLst>
        </pc:spChg>
        <pc:spChg chg="add mod">
          <ac:chgData name="Kevin Richetin" userId="b0ccaec20e10084c" providerId="LiveId" clId="{B330C363-FF0B-4BED-9354-2346AF6357EB}" dt="2024-09-25T03:30:44.080" v="238" actId="1076"/>
          <ac:spMkLst>
            <pc:docMk/>
            <pc:sldMk cId="2698908076" sldId="256"/>
            <ac:spMk id="25" creationId="{2C204417-D215-DFC7-59CE-502165C115FF}"/>
          </ac:spMkLst>
        </pc:spChg>
        <pc:spChg chg="add mod">
          <ac:chgData name="Kevin Richetin" userId="b0ccaec20e10084c" providerId="LiveId" clId="{B330C363-FF0B-4BED-9354-2346AF6357EB}" dt="2024-09-25T03:30:57.818" v="252" actId="207"/>
          <ac:spMkLst>
            <pc:docMk/>
            <pc:sldMk cId="2698908076" sldId="256"/>
            <ac:spMk id="31" creationId="{7CDECE60-CF13-E50C-421A-95B0CA44E3C9}"/>
          </ac:spMkLst>
        </pc:spChg>
        <pc:spChg chg="add mod">
          <ac:chgData name="Kevin Richetin" userId="b0ccaec20e10084c" providerId="LiveId" clId="{B330C363-FF0B-4BED-9354-2346AF6357EB}" dt="2024-09-25T03:28:44.137" v="230" actId="1076"/>
          <ac:spMkLst>
            <pc:docMk/>
            <pc:sldMk cId="2698908076" sldId="256"/>
            <ac:spMk id="48" creationId="{EFEDA531-3A06-AEAE-8F3E-01B214EE4191}"/>
          </ac:spMkLst>
        </pc:spChg>
        <pc:spChg chg="add mod">
          <ac:chgData name="Kevin Richetin" userId="b0ccaec20e10084c" providerId="LiveId" clId="{B330C363-FF0B-4BED-9354-2346AF6357EB}" dt="2024-09-25T03:28:44.137" v="230" actId="1076"/>
          <ac:spMkLst>
            <pc:docMk/>
            <pc:sldMk cId="2698908076" sldId="256"/>
            <ac:spMk id="49" creationId="{7713194A-7D70-2E5A-86EF-2C2A779B9DC3}"/>
          </ac:spMkLst>
        </pc:spChg>
        <pc:spChg chg="add mod">
          <ac:chgData name="Kevin Richetin" userId="b0ccaec20e10084c" providerId="LiveId" clId="{B330C363-FF0B-4BED-9354-2346AF6357EB}" dt="2024-09-25T03:28:44.137" v="230" actId="1076"/>
          <ac:spMkLst>
            <pc:docMk/>
            <pc:sldMk cId="2698908076" sldId="256"/>
            <ac:spMk id="50" creationId="{4CB1FE53-9BBE-2FA3-2B29-67F2458C780F}"/>
          </ac:spMkLst>
        </pc:spChg>
        <pc:spChg chg="add mod">
          <ac:chgData name="Kevin Richetin" userId="b0ccaec20e10084c" providerId="LiveId" clId="{B330C363-FF0B-4BED-9354-2346AF6357EB}" dt="2024-09-25T03:30:02.137" v="235" actId="20577"/>
          <ac:spMkLst>
            <pc:docMk/>
            <pc:sldMk cId="2698908076" sldId="256"/>
            <ac:spMk id="51" creationId="{4D538C01-3DDB-0AE8-8AB5-045AD82F7E98}"/>
          </ac:spMkLst>
        </pc:spChg>
        <pc:graphicFrameChg chg="mod">
          <ac:chgData name="Kevin Richetin" userId="b0ccaec20e10084c" providerId="LiveId" clId="{B330C363-FF0B-4BED-9354-2346AF6357EB}" dt="2024-09-25T03:29:53.819" v="231" actId="1076"/>
          <ac:graphicFrameMkLst>
            <pc:docMk/>
            <pc:sldMk cId="2698908076" sldId="256"/>
            <ac:graphicFrameMk id="2" creationId="{1B111DC4-2AF1-C78C-DC09-7AB511FD49FC}"/>
          </ac:graphicFrameMkLst>
        </pc:graphicFrameChg>
        <pc:graphicFrameChg chg="mod">
          <ac:chgData name="Kevin Richetin" userId="b0ccaec20e10084c" providerId="LiveId" clId="{B330C363-FF0B-4BED-9354-2346AF6357EB}" dt="2024-09-25T03:29:53.819" v="231" actId="1076"/>
          <ac:graphicFrameMkLst>
            <pc:docMk/>
            <pc:sldMk cId="2698908076" sldId="256"/>
            <ac:graphicFrameMk id="3" creationId="{AA62CC7F-839D-046B-239B-A3FBC6B99DA2}"/>
          </ac:graphicFrameMkLst>
        </pc:graphicFrameChg>
        <pc:graphicFrameChg chg="mod">
          <ac:chgData name="Kevin Richetin" userId="b0ccaec20e10084c" providerId="LiveId" clId="{B330C363-FF0B-4BED-9354-2346AF6357EB}" dt="2024-09-25T03:29:53.819" v="231" actId="1076"/>
          <ac:graphicFrameMkLst>
            <pc:docMk/>
            <pc:sldMk cId="2698908076" sldId="256"/>
            <ac:graphicFrameMk id="4" creationId="{48A7D183-5E99-A8D2-77A1-120AC736D3C8}"/>
          </ac:graphicFrameMkLst>
        </pc:graphicFrameChg>
        <pc:graphicFrameChg chg="mod">
          <ac:chgData name="Kevin Richetin" userId="b0ccaec20e10084c" providerId="LiveId" clId="{B330C363-FF0B-4BED-9354-2346AF6357EB}" dt="2024-09-25T03:29:53.819" v="231" actId="1076"/>
          <ac:graphicFrameMkLst>
            <pc:docMk/>
            <pc:sldMk cId="2698908076" sldId="256"/>
            <ac:graphicFrameMk id="5" creationId="{00499602-FE82-2FC6-18F8-D4A9F36BCCBA}"/>
          </ac:graphicFrameMkLst>
        </pc:graphicFrameChg>
        <pc:graphicFrameChg chg="mod">
          <ac:chgData name="Kevin Richetin" userId="b0ccaec20e10084c" providerId="LiveId" clId="{B330C363-FF0B-4BED-9354-2346AF6357EB}" dt="2024-09-25T03:29:53.819" v="231" actId="1076"/>
          <ac:graphicFrameMkLst>
            <pc:docMk/>
            <pc:sldMk cId="2698908076" sldId="256"/>
            <ac:graphicFrameMk id="14" creationId="{48BBED33-9780-5D22-26E5-396D06BF2F2F}"/>
          </ac:graphicFrameMkLst>
        </pc:graphicFrameChg>
        <pc:graphicFrameChg chg="mod">
          <ac:chgData name="Kevin Richetin" userId="b0ccaec20e10084c" providerId="LiveId" clId="{B330C363-FF0B-4BED-9354-2346AF6357EB}" dt="2024-09-25T03:29:53.819" v="231" actId="1076"/>
          <ac:graphicFrameMkLst>
            <pc:docMk/>
            <pc:sldMk cId="2698908076" sldId="256"/>
            <ac:graphicFrameMk id="16" creationId="{CAECCAC4-1F15-BD1B-0FAF-60402E02DE2D}"/>
          </ac:graphicFrameMkLst>
        </pc:graphicFrameChg>
        <pc:graphicFrameChg chg="mod">
          <ac:chgData name="Kevin Richetin" userId="b0ccaec20e10084c" providerId="LiveId" clId="{B330C363-FF0B-4BED-9354-2346AF6357EB}" dt="2024-09-25T03:29:53.819" v="231" actId="1076"/>
          <ac:graphicFrameMkLst>
            <pc:docMk/>
            <pc:sldMk cId="2698908076" sldId="256"/>
            <ac:graphicFrameMk id="17" creationId="{FAB99703-5500-6FB4-8C63-A99F6D89DAB4}"/>
          </ac:graphicFrameMkLst>
        </pc:graphicFrameChg>
        <pc:graphicFrameChg chg="mod">
          <ac:chgData name="Kevin Richetin" userId="b0ccaec20e10084c" providerId="LiveId" clId="{B330C363-FF0B-4BED-9354-2346AF6357EB}" dt="2024-09-25T03:29:53.819" v="231" actId="1076"/>
          <ac:graphicFrameMkLst>
            <pc:docMk/>
            <pc:sldMk cId="2698908076" sldId="256"/>
            <ac:graphicFrameMk id="18" creationId="{5C716572-17D4-F735-68B7-76CAA8173927}"/>
          </ac:graphicFrameMkLst>
        </pc:graphicFrameChg>
        <pc:graphicFrameChg chg="mod">
          <ac:chgData name="Kevin Richetin" userId="b0ccaec20e10084c" providerId="LiveId" clId="{B330C363-FF0B-4BED-9354-2346AF6357EB}" dt="2024-09-25T03:29:53.819" v="231" actId="1076"/>
          <ac:graphicFrameMkLst>
            <pc:docMk/>
            <pc:sldMk cId="2698908076" sldId="256"/>
            <ac:graphicFrameMk id="19" creationId="{7707491A-1EFF-3C06-B3B1-6187DA6D569A}"/>
          </ac:graphicFrameMkLst>
        </pc:graphicFrameChg>
        <pc:graphicFrameChg chg="mod">
          <ac:chgData name="Kevin Richetin" userId="b0ccaec20e10084c" providerId="LiveId" clId="{B330C363-FF0B-4BED-9354-2346AF6357EB}" dt="2024-09-25T03:21:16.208" v="63" actId="1076"/>
          <ac:graphicFrameMkLst>
            <pc:docMk/>
            <pc:sldMk cId="2698908076" sldId="256"/>
            <ac:graphicFrameMk id="20" creationId="{C9ABB2B7-BBDB-8352-6AF3-CB4C8E001AE5}"/>
          </ac:graphicFrameMkLst>
        </pc:graphicFrameChg>
        <pc:graphicFrameChg chg="mod">
          <ac:chgData name="Kevin Richetin" userId="b0ccaec20e10084c" providerId="LiveId" clId="{B330C363-FF0B-4BED-9354-2346AF6357EB}" dt="2024-09-25T03:29:53.819" v="231" actId="1076"/>
          <ac:graphicFrameMkLst>
            <pc:docMk/>
            <pc:sldMk cId="2698908076" sldId="256"/>
            <ac:graphicFrameMk id="30" creationId="{1177DF0E-1212-30AA-CE0C-463DDCD47890}"/>
          </ac:graphicFrameMkLst>
        </pc:graphicFrameChg>
        <pc:picChg chg="add mod">
          <ac:chgData name="Kevin Richetin" userId="b0ccaec20e10084c" providerId="LiveId" clId="{B330C363-FF0B-4BED-9354-2346AF6357EB}" dt="2024-09-25T03:28:44.137" v="230" actId="1076"/>
          <ac:picMkLst>
            <pc:docMk/>
            <pc:sldMk cId="2698908076" sldId="256"/>
            <ac:picMk id="28" creationId="{949E584C-2318-4BF2-5B21-18DC35A19657}"/>
          </ac:picMkLst>
        </pc:picChg>
        <pc:picChg chg="add mod">
          <ac:chgData name="Kevin Richetin" userId="b0ccaec20e10084c" providerId="LiveId" clId="{B330C363-FF0B-4BED-9354-2346AF6357EB}" dt="2024-09-25T03:28:44.137" v="230" actId="1076"/>
          <ac:picMkLst>
            <pc:docMk/>
            <pc:sldMk cId="2698908076" sldId="256"/>
            <ac:picMk id="40" creationId="{B688D2DF-EA2C-42EE-7118-232E3F1BE45F}"/>
          </ac:picMkLst>
        </pc:picChg>
        <pc:picChg chg="add mod">
          <ac:chgData name="Kevin Richetin" userId="b0ccaec20e10084c" providerId="LiveId" clId="{B330C363-FF0B-4BED-9354-2346AF6357EB}" dt="2024-09-25T03:28:44.137" v="230" actId="1076"/>
          <ac:picMkLst>
            <pc:docMk/>
            <pc:sldMk cId="2698908076" sldId="256"/>
            <ac:picMk id="43" creationId="{6634C6D2-70EC-F0AE-03C1-CA423C73D035}"/>
          </ac:picMkLst>
        </pc:picChg>
        <pc:picChg chg="add mod">
          <ac:chgData name="Kevin Richetin" userId="b0ccaec20e10084c" providerId="LiveId" clId="{B330C363-FF0B-4BED-9354-2346AF6357EB}" dt="2024-09-25T03:28:44.137" v="230" actId="1076"/>
          <ac:picMkLst>
            <pc:docMk/>
            <pc:sldMk cId="2698908076" sldId="256"/>
            <ac:picMk id="45" creationId="{539BD542-B3C1-B584-80C4-25EE07C37B65}"/>
          </ac:picMkLst>
        </pc:picChg>
        <pc:cxnChg chg="add mod">
          <ac:chgData name="Kevin Richetin" userId="b0ccaec20e10084c" providerId="LiveId" clId="{B330C363-FF0B-4BED-9354-2346AF6357EB}" dt="2024-09-25T03:28:44.137" v="230" actId="1076"/>
          <ac:cxnSpMkLst>
            <pc:docMk/>
            <pc:sldMk cId="2698908076" sldId="256"/>
            <ac:cxnSpMk id="33" creationId="{12138F5E-56AB-C946-E7C1-543A2D1F90AE}"/>
          </ac:cxnSpMkLst>
        </pc:cxnChg>
      </pc:sldChg>
    </pc:docChg>
  </pc:docChgLst>
  <pc:docChgLst>
    <pc:chgData name="Kevin Richetin" userId="b0ccaec20e10084c" providerId="LiveId" clId="{2C4213F9-C9D6-4C8B-93F6-5755E498B5A1}"/>
    <pc:docChg chg="undo custSel addSld delSld modSld sldOrd">
      <pc:chgData name="Kevin Richetin" userId="b0ccaec20e10084c" providerId="LiveId" clId="{2C4213F9-C9D6-4C8B-93F6-5755E498B5A1}" dt="2024-11-22T08:31:18.353" v="994"/>
      <pc:docMkLst>
        <pc:docMk/>
      </pc:docMkLst>
      <pc:sldChg chg="addSp delSp modSp mod">
        <pc:chgData name="Kevin Richetin" userId="b0ccaec20e10084c" providerId="LiveId" clId="{2C4213F9-C9D6-4C8B-93F6-5755E498B5A1}" dt="2024-11-22T07:51:42.356" v="767" actId="1076"/>
        <pc:sldMkLst>
          <pc:docMk/>
          <pc:sldMk cId="2698908076" sldId="256"/>
        </pc:sldMkLst>
        <pc:spChg chg="add del">
          <ac:chgData name="Kevin Richetin" userId="b0ccaec20e10084c" providerId="LiveId" clId="{2C4213F9-C9D6-4C8B-93F6-5755E498B5A1}" dt="2024-11-18T11:39:28.621" v="11" actId="21"/>
          <ac:spMkLst>
            <pc:docMk/>
            <pc:sldMk cId="2698908076" sldId="256"/>
            <ac:spMk id="25" creationId="{2C204417-D215-DFC7-59CE-502165C115FF}"/>
          </ac:spMkLst>
        </pc:spChg>
        <pc:spChg chg="add del">
          <ac:chgData name="Kevin Richetin" userId="b0ccaec20e10084c" providerId="LiveId" clId="{2C4213F9-C9D6-4C8B-93F6-5755E498B5A1}" dt="2024-11-18T11:39:28.621" v="11" actId="21"/>
          <ac:spMkLst>
            <pc:docMk/>
            <pc:sldMk cId="2698908076" sldId="256"/>
            <ac:spMk id="31" creationId="{7CDECE60-CF13-E50C-421A-95B0CA44E3C9}"/>
          </ac:spMkLst>
        </pc:spChg>
        <pc:spChg chg="add del">
          <ac:chgData name="Kevin Richetin" userId="b0ccaec20e10084c" providerId="LiveId" clId="{2C4213F9-C9D6-4C8B-93F6-5755E498B5A1}" dt="2024-11-18T11:39:28.621" v="11" actId="21"/>
          <ac:spMkLst>
            <pc:docMk/>
            <pc:sldMk cId="2698908076" sldId="256"/>
            <ac:spMk id="48" creationId="{EFEDA531-3A06-AEAE-8F3E-01B214EE4191}"/>
          </ac:spMkLst>
        </pc:spChg>
        <pc:spChg chg="add del">
          <ac:chgData name="Kevin Richetin" userId="b0ccaec20e10084c" providerId="LiveId" clId="{2C4213F9-C9D6-4C8B-93F6-5755E498B5A1}" dt="2024-11-18T11:39:28.621" v="11" actId="21"/>
          <ac:spMkLst>
            <pc:docMk/>
            <pc:sldMk cId="2698908076" sldId="256"/>
            <ac:spMk id="49" creationId="{7713194A-7D70-2E5A-86EF-2C2A779B9DC3}"/>
          </ac:spMkLst>
        </pc:spChg>
        <pc:spChg chg="add del">
          <ac:chgData name="Kevin Richetin" userId="b0ccaec20e10084c" providerId="LiveId" clId="{2C4213F9-C9D6-4C8B-93F6-5755E498B5A1}" dt="2024-11-18T11:39:28.621" v="11" actId="21"/>
          <ac:spMkLst>
            <pc:docMk/>
            <pc:sldMk cId="2698908076" sldId="256"/>
            <ac:spMk id="50" creationId="{4CB1FE53-9BBE-2FA3-2B29-67F2458C780F}"/>
          </ac:spMkLst>
        </pc:spChg>
        <pc:spChg chg="add del">
          <ac:chgData name="Kevin Richetin" userId="b0ccaec20e10084c" providerId="LiveId" clId="{2C4213F9-C9D6-4C8B-93F6-5755E498B5A1}" dt="2024-11-18T11:39:28.621" v="11" actId="21"/>
          <ac:spMkLst>
            <pc:docMk/>
            <pc:sldMk cId="2698908076" sldId="256"/>
            <ac:spMk id="51" creationId="{4D538C01-3DDB-0AE8-8AB5-045AD82F7E98}"/>
          </ac:spMkLst>
        </pc:spChg>
        <pc:graphicFrameChg chg="mod">
          <ac:chgData name="Kevin Richetin" userId="b0ccaec20e10084c" providerId="LiveId" clId="{2C4213F9-C9D6-4C8B-93F6-5755E498B5A1}" dt="2024-11-22T07:51:42.356" v="767" actId="1076"/>
          <ac:graphicFrameMkLst>
            <pc:docMk/>
            <pc:sldMk cId="2698908076" sldId="256"/>
            <ac:graphicFrameMk id="4" creationId="{48A7D183-5E99-A8D2-77A1-120AC736D3C8}"/>
          </ac:graphicFrameMkLst>
        </pc:graphicFrameChg>
        <pc:picChg chg="add del">
          <ac:chgData name="Kevin Richetin" userId="b0ccaec20e10084c" providerId="LiveId" clId="{2C4213F9-C9D6-4C8B-93F6-5755E498B5A1}" dt="2024-11-18T11:39:28.621" v="11" actId="21"/>
          <ac:picMkLst>
            <pc:docMk/>
            <pc:sldMk cId="2698908076" sldId="256"/>
            <ac:picMk id="28" creationId="{949E584C-2318-4BF2-5B21-18DC35A19657}"/>
          </ac:picMkLst>
        </pc:picChg>
        <pc:picChg chg="add del">
          <ac:chgData name="Kevin Richetin" userId="b0ccaec20e10084c" providerId="LiveId" clId="{2C4213F9-C9D6-4C8B-93F6-5755E498B5A1}" dt="2024-11-18T11:39:28.621" v="11" actId="21"/>
          <ac:picMkLst>
            <pc:docMk/>
            <pc:sldMk cId="2698908076" sldId="256"/>
            <ac:picMk id="40" creationId="{B688D2DF-EA2C-42EE-7118-232E3F1BE45F}"/>
          </ac:picMkLst>
        </pc:picChg>
        <pc:picChg chg="add del">
          <ac:chgData name="Kevin Richetin" userId="b0ccaec20e10084c" providerId="LiveId" clId="{2C4213F9-C9D6-4C8B-93F6-5755E498B5A1}" dt="2024-11-18T11:39:28.621" v="11" actId="21"/>
          <ac:picMkLst>
            <pc:docMk/>
            <pc:sldMk cId="2698908076" sldId="256"/>
            <ac:picMk id="43" creationId="{6634C6D2-70EC-F0AE-03C1-CA423C73D035}"/>
          </ac:picMkLst>
        </pc:picChg>
        <pc:picChg chg="add del">
          <ac:chgData name="Kevin Richetin" userId="b0ccaec20e10084c" providerId="LiveId" clId="{2C4213F9-C9D6-4C8B-93F6-5755E498B5A1}" dt="2024-11-18T11:39:28.621" v="11" actId="21"/>
          <ac:picMkLst>
            <pc:docMk/>
            <pc:sldMk cId="2698908076" sldId="256"/>
            <ac:picMk id="45" creationId="{539BD542-B3C1-B584-80C4-25EE07C37B65}"/>
          </ac:picMkLst>
        </pc:picChg>
        <pc:cxnChg chg="add del">
          <ac:chgData name="Kevin Richetin" userId="b0ccaec20e10084c" providerId="LiveId" clId="{2C4213F9-C9D6-4C8B-93F6-5755E498B5A1}" dt="2024-11-18T11:39:28.621" v="11" actId="21"/>
          <ac:cxnSpMkLst>
            <pc:docMk/>
            <pc:sldMk cId="2698908076" sldId="256"/>
            <ac:cxnSpMk id="33" creationId="{12138F5E-56AB-C946-E7C1-543A2D1F90AE}"/>
          </ac:cxnSpMkLst>
        </pc:cxnChg>
      </pc:sldChg>
      <pc:sldChg chg="addSp delSp modSp mod">
        <pc:chgData name="Kevin Richetin" userId="b0ccaec20e10084c" providerId="LiveId" clId="{2C4213F9-C9D6-4C8B-93F6-5755E498B5A1}" dt="2024-11-22T07:42:58.869" v="612"/>
        <pc:sldMkLst>
          <pc:docMk/>
          <pc:sldMk cId="2042991587" sldId="257"/>
        </pc:sldMkLst>
        <pc:spChg chg="add mod">
          <ac:chgData name="Kevin Richetin" userId="b0ccaec20e10084c" providerId="LiveId" clId="{2C4213F9-C9D6-4C8B-93F6-5755E498B5A1}" dt="2024-11-18T11:39:34.438" v="13" actId="1076"/>
          <ac:spMkLst>
            <pc:docMk/>
            <pc:sldMk cId="2042991587" sldId="257"/>
            <ac:spMk id="2" creationId="{A6E8B08C-AC27-B867-6080-CB484D413427}"/>
          </ac:spMkLst>
        </pc:spChg>
        <pc:spChg chg="add mod">
          <ac:chgData name="Kevin Richetin" userId="b0ccaec20e10084c" providerId="LiveId" clId="{2C4213F9-C9D6-4C8B-93F6-5755E498B5A1}" dt="2024-11-18T11:39:34.438" v="13" actId="1076"/>
          <ac:spMkLst>
            <pc:docMk/>
            <pc:sldMk cId="2042991587" sldId="257"/>
            <ac:spMk id="4" creationId="{4C1C6EDF-07D9-FFF8-C84B-738A81D52DAE}"/>
          </ac:spMkLst>
        </pc:spChg>
        <pc:spChg chg="add mod">
          <ac:chgData name="Kevin Richetin" userId="b0ccaec20e10084c" providerId="LiveId" clId="{2C4213F9-C9D6-4C8B-93F6-5755E498B5A1}" dt="2024-11-18T11:39:34.438" v="13" actId="1076"/>
          <ac:spMkLst>
            <pc:docMk/>
            <pc:sldMk cId="2042991587" sldId="257"/>
            <ac:spMk id="9" creationId="{7A4D346F-0E6A-AC0A-6A95-C681C08F13B4}"/>
          </ac:spMkLst>
        </pc:spChg>
        <pc:spChg chg="add mod">
          <ac:chgData name="Kevin Richetin" userId="b0ccaec20e10084c" providerId="LiveId" clId="{2C4213F9-C9D6-4C8B-93F6-5755E498B5A1}" dt="2024-11-18T11:39:34.438" v="13" actId="1076"/>
          <ac:spMkLst>
            <pc:docMk/>
            <pc:sldMk cId="2042991587" sldId="257"/>
            <ac:spMk id="10" creationId="{7055B200-A1A3-F7B8-57DD-01997B12CC6F}"/>
          </ac:spMkLst>
        </pc:spChg>
        <pc:spChg chg="add mod">
          <ac:chgData name="Kevin Richetin" userId="b0ccaec20e10084c" providerId="LiveId" clId="{2C4213F9-C9D6-4C8B-93F6-5755E498B5A1}" dt="2024-11-18T11:39:34.438" v="13" actId="1076"/>
          <ac:spMkLst>
            <pc:docMk/>
            <pc:sldMk cId="2042991587" sldId="257"/>
            <ac:spMk id="11" creationId="{BB0986FE-DABF-44BB-B950-2E3CE95BE1A1}"/>
          </ac:spMkLst>
        </pc:spChg>
        <pc:spChg chg="add mod">
          <ac:chgData name="Kevin Richetin" userId="b0ccaec20e10084c" providerId="LiveId" clId="{2C4213F9-C9D6-4C8B-93F6-5755E498B5A1}" dt="2024-11-18T11:39:34.438" v="13" actId="1076"/>
          <ac:spMkLst>
            <pc:docMk/>
            <pc:sldMk cId="2042991587" sldId="257"/>
            <ac:spMk id="13" creationId="{FD0AE885-D5D8-D72E-9014-32B4A16A30F6}"/>
          </ac:spMkLst>
        </pc:spChg>
        <pc:graphicFrameChg chg="mod">
          <ac:chgData name="Kevin Richetin" userId="b0ccaec20e10084c" providerId="LiveId" clId="{2C4213F9-C9D6-4C8B-93F6-5755E498B5A1}" dt="2024-11-21T16:41:32.130" v="60" actId="1076"/>
          <ac:graphicFrameMkLst>
            <pc:docMk/>
            <pc:sldMk cId="2042991587" sldId="257"/>
            <ac:graphicFrameMk id="18" creationId="{A2A6BA81-E1C0-D710-60F0-033328975FCB}"/>
          </ac:graphicFrameMkLst>
        </pc:graphicFrameChg>
        <pc:graphicFrameChg chg="mod">
          <ac:chgData name="Kevin Richetin" userId="b0ccaec20e10084c" providerId="LiveId" clId="{2C4213F9-C9D6-4C8B-93F6-5755E498B5A1}" dt="2024-11-22T07:42:58.869" v="612"/>
          <ac:graphicFrameMkLst>
            <pc:docMk/>
            <pc:sldMk cId="2042991587" sldId="257"/>
            <ac:graphicFrameMk id="19" creationId="{507CB97B-0E55-7030-2C7A-0F2E4785D9A1}"/>
          </ac:graphicFrameMkLst>
        </pc:graphicFrameChg>
        <pc:graphicFrameChg chg="add mod">
          <ac:chgData name="Kevin Richetin" userId="b0ccaec20e10084c" providerId="LiveId" clId="{2C4213F9-C9D6-4C8B-93F6-5755E498B5A1}" dt="2024-11-18T12:07:32.109" v="32" actId="1076"/>
          <ac:graphicFrameMkLst>
            <pc:docMk/>
            <pc:sldMk cId="2042991587" sldId="257"/>
            <ac:graphicFrameMk id="20" creationId="{1381142D-2E5C-7C14-F612-6A2C947006CF}"/>
          </ac:graphicFrameMkLst>
        </pc:graphicFrameChg>
        <pc:picChg chg="add mod">
          <ac:chgData name="Kevin Richetin" userId="b0ccaec20e10084c" providerId="LiveId" clId="{2C4213F9-C9D6-4C8B-93F6-5755E498B5A1}" dt="2024-11-18T11:39:34.438" v="13" actId="1076"/>
          <ac:picMkLst>
            <pc:docMk/>
            <pc:sldMk cId="2042991587" sldId="257"/>
            <ac:picMk id="3" creationId="{94AE3F13-4875-C519-7A05-63D06BB19B54}"/>
          </ac:picMkLst>
        </pc:picChg>
        <pc:picChg chg="add mod">
          <ac:chgData name="Kevin Richetin" userId="b0ccaec20e10084c" providerId="LiveId" clId="{2C4213F9-C9D6-4C8B-93F6-5755E498B5A1}" dt="2024-11-18T11:39:34.438" v="13" actId="1076"/>
          <ac:picMkLst>
            <pc:docMk/>
            <pc:sldMk cId="2042991587" sldId="257"/>
            <ac:picMk id="6" creationId="{3652FDFC-6D47-583A-D339-B3EB40AAB8CD}"/>
          </ac:picMkLst>
        </pc:picChg>
        <pc:picChg chg="add mod">
          <ac:chgData name="Kevin Richetin" userId="b0ccaec20e10084c" providerId="LiveId" clId="{2C4213F9-C9D6-4C8B-93F6-5755E498B5A1}" dt="2024-11-18T11:39:34.438" v="13" actId="1076"/>
          <ac:picMkLst>
            <pc:docMk/>
            <pc:sldMk cId="2042991587" sldId="257"/>
            <ac:picMk id="7" creationId="{0CFDA4C1-D070-FD33-29AB-FCB5AF0F8E4E}"/>
          </ac:picMkLst>
        </pc:picChg>
        <pc:picChg chg="add mod">
          <ac:chgData name="Kevin Richetin" userId="b0ccaec20e10084c" providerId="LiveId" clId="{2C4213F9-C9D6-4C8B-93F6-5755E498B5A1}" dt="2024-11-18T11:39:34.438" v="13" actId="1076"/>
          <ac:picMkLst>
            <pc:docMk/>
            <pc:sldMk cId="2042991587" sldId="257"/>
            <ac:picMk id="8" creationId="{B542137A-E229-C6E4-1C0C-054C20C6C968}"/>
          </ac:picMkLst>
        </pc:picChg>
        <pc:picChg chg="add mod">
          <ac:chgData name="Kevin Richetin" userId="b0ccaec20e10084c" providerId="LiveId" clId="{2C4213F9-C9D6-4C8B-93F6-5755E498B5A1}" dt="2024-11-18T12:08:09.683" v="55" actId="1076"/>
          <ac:picMkLst>
            <pc:docMk/>
            <pc:sldMk cId="2042991587" sldId="257"/>
            <ac:picMk id="14" creationId="{8DC21AD3-8436-D247-18C3-8C36FA5F7B91}"/>
          </ac:picMkLst>
        </pc:picChg>
        <pc:cxnChg chg="add mod">
          <ac:chgData name="Kevin Richetin" userId="b0ccaec20e10084c" providerId="LiveId" clId="{2C4213F9-C9D6-4C8B-93F6-5755E498B5A1}" dt="2024-11-18T11:39:34.438" v="13" actId="1076"/>
          <ac:cxnSpMkLst>
            <pc:docMk/>
            <pc:sldMk cId="2042991587" sldId="257"/>
            <ac:cxnSpMk id="5" creationId="{0668B51F-0444-FDF9-5B76-21D7A356C6E9}"/>
          </ac:cxnSpMkLst>
        </pc:cxnChg>
      </pc:sldChg>
      <pc:sldChg chg="addSp delSp modSp add del mod">
        <pc:chgData name="Kevin Richetin" userId="b0ccaec20e10084c" providerId="LiveId" clId="{2C4213F9-C9D6-4C8B-93F6-5755E498B5A1}" dt="2024-11-18T12:09:06.430" v="59" actId="47"/>
        <pc:sldMkLst>
          <pc:docMk/>
          <pc:sldMk cId="2795240217" sldId="258"/>
        </pc:sldMkLst>
      </pc:sldChg>
      <pc:sldChg chg="addSp delSp modSp new mod ord">
        <pc:chgData name="Kevin Richetin" userId="b0ccaec20e10084c" providerId="LiveId" clId="{2C4213F9-C9D6-4C8B-93F6-5755E498B5A1}" dt="2024-11-22T08:31:18.353" v="994"/>
        <pc:sldMkLst>
          <pc:docMk/>
          <pc:sldMk cId="2091169852" sldId="260"/>
        </pc:sldMkLst>
        <pc:spChg chg="add mod">
          <ac:chgData name="Kevin Richetin" userId="b0ccaec20e10084c" providerId="LiveId" clId="{2C4213F9-C9D6-4C8B-93F6-5755E498B5A1}" dt="2024-11-22T07:14:34.009" v="368" actId="1076"/>
          <ac:spMkLst>
            <pc:docMk/>
            <pc:sldMk cId="2091169852" sldId="260"/>
            <ac:spMk id="2" creationId="{DF08DF7C-1B55-574F-7DF9-14E75B03FAD7}"/>
          </ac:spMkLst>
        </pc:spChg>
        <pc:spChg chg="add mod">
          <ac:chgData name="Kevin Richetin" userId="b0ccaec20e10084c" providerId="LiveId" clId="{2C4213F9-C9D6-4C8B-93F6-5755E498B5A1}" dt="2024-11-22T08:16:09.278" v="977" actId="1076"/>
          <ac:spMkLst>
            <pc:docMk/>
            <pc:sldMk cId="2091169852" sldId="260"/>
            <ac:spMk id="4" creationId="{574671B3-05E3-F02C-3E73-D2108C73CC7E}"/>
          </ac:spMkLst>
        </pc:spChg>
        <pc:spChg chg="add mod">
          <ac:chgData name="Kevin Richetin" userId="b0ccaec20e10084c" providerId="LiveId" clId="{2C4213F9-C9D6-4C8B-93F6-5755E498B5A1}" dt="2024-11-22T07:55:13.049" v="850" actId="404"/>
          <ac:spMkLst>
            <pc:docMk/>
            <pc:sldMk cId="2091169852" sldId="260"/>
            <ac:spMk id="12" creationId="{9805397A-0E00-6CCB-98AD-3C9E3C9EC25D}"/>
          </ac:spMkLst>
        </pc:spChg>
        <pc:spChg chg="add mod">
          <ac:chgData name="Kevin Richetin" userId="b0ccaec20e10084c" providerId="LiveId" clId="{2C4213F9-C9D6-4C8B-93F6-5755E498B5A1}" dt="2024-11-22T07:02:20.644" v="90" actId="1076"/>
          <ac:spMkLst>
            <pc:docMk/>
            <pc:sldMk cId="2091169852" sldId="260"/>
            <ac:spMk id="14" creationId="{23CF83CD-ED53-2809-B20D-94C6F8F83730}"/>
          </ac:spMkLst>
        </pc:spChg>
        <pc:spChg chg="add mod">
          <ac:chgData name="Kevin Richetin" userId="b0ccaec20e10084c" providerId="LiveId" clId="{2C4213F9-C9D6-4C8B-93F6-5755E498B5A1}" dt="2024-11-22T07:02:37.582" v="98" actId="14100"/>
          <ac:spMkLst>
            <pc:docMk/>
            <pc:sldMk cId="2091169852" sldId="260"/>
            <ac:spMk id="16" creationId="{F2186BFA-3D4E-4B9A-D53F-1F0E649F207F}"/>
          </ac:spMkLst>
        </pc:spChg>
        <pc:spChg chg="add mod">
          <ac:chgData name="Kevin Richetin" userId="b0ccaec20e10084c" providerId="LiveId" clId="{2C4213F9-C9D6-4C8B-93F6-5755E498B5A1}" dt="2024-11-22T07:02:20.644" v="90" actId="1076"/>
          <ac:spMkLst>
            <pc:docMk/>
            <pc:sldMk cId="2091169852" sldId="260"/>
            <ac:spMk id="20" creationId="{511C7C33-9520-DA9E-4E08-79C1CFB3C37B}"/>
          </ac:spMkLst>
        </pc:spChg>
        <pc:spChg chg="add mod">
          <ac:chgData name="Kevin Richetin" userId="b0ccaec20e10084c" providerId="LiveId" clId="{2C4213F9-C9D6-4C8B-93F6-5755E498B5A1}" dt="2024-11-22T07:02:20.644" v="90" actId="1076"/>
          <ac:spMkLst>
            <pc:docMk/>
            <pc:sldMk cId="2091169852" sldId="260"/>
            <ac:spMk id="21" creationId="{4A1C50C7-3450-D331-7DE4-D8DEB44AE614}"/>
          </ac:spMkLst>
        </pc:spChg>
        <pc:spChg chg="add mod">
          <ac:chgData name="Kevin Richetin" userId="b0ccaec20e10084c" providerId="LiveId" clId="{2C4213F9-C9D6-4C8B-93F6-5755E498B5A1}" dt="2024-11-22T07:02:20.644" v="90" actId="1076"/>
          <ac:spMkLst>
            <pc:docMk/>
            <pc:sldMk cId="2091169852" sldId="260"/>
            <ac:spMk id="22" creationId="{BCAD5311-636B-F779-FC25-9BAD6A35DE99}"/>
          </ac:spMkLst>
        </pc:spChg>
        <pc:spChg chg="add mod">
          <ac:chgData name="Kevin Richetin" userId="b0ccaec20e10084c" providerId="LiveId" clId="{2C4213F9-C9D6-4C8B-93F6-5755E498B5A1}" dt="2024-11-22T07:02:20.644" v="90" actId="1076"/>
          <ac:spMkLst>
            <pc:docMk/>
            <pc:sldMk cId="2091169852" sldId="260"/>
            <ac:spMk id="25" creationId="{F5417F04-E41C-6663-B64F-21C5515BBDE2}"/>
          </ac:spMkLst>
        </pc:spChg>
        <pc:spChg chg="add mod">
          <ac:chgData name="Kevin Richetin" userId="b0ccaec20e10084c" providerId="LiveId" clId="{2C4213F9-C9D6-4C8B-93F6-5755E498B5A1}" dt="2024-11-22T07:42:06.209" v="608" actId="2085"/>
          <ac:spMkLst>
            <pc:docMk/>
            <pc:sldMk cId="2091169852" sldId="260"/>
            <ac:spMk id="35" creationId="{84C9B90E-D12E-39B5-6D1B-BDA0E99738FA}"/>
          </ac:spMkLst>
        </pc:spChg>
        <pc:spChg chg="add mod">
          <ac:chgData name="Kevin Richetin" userId="b0ccaec20e10084c" providerId="LiveId" clId="{2C4213F9-C9D6-4C8B-93F6-5755E498B5A1}" dt="2024-11-22T08:16:09.278" v="977" actId="1076"/>
          <ac:spMkLst>
            <pc:docMk/>
            <pc:sldMk cId="2091169852" sldId="260"/>
            <ac:spMk id="78" creationId="{3A2E72CE-16B8-1185-0485-DDAF0EE18AF0}"/>
          </ac:spMkLst>
        </pc:spChg>
        <pc:spChg chg="add mod">
          <ac:chgData name="Kevin Richetin" userId="b0ccaec20e10084c" providerId="LiveId" clId="{2C4213F9-C9D6-4C8B-93F6-5755E498B5A1}" dt="2024-11-22T08:16:09.278" v="977" actId="1076"/>
          <ac:spMkLst>
            <pc:docMk/>
            <pc:sldMk cId="2091169852" sldId="260"/>
            <ac:spMk id="79" creationId="{14A822FD-4B2F-4FC2-29B2-1CE37C7A0664}"/>
          </ac:spMkLst>
        </pc:spChg>
        <pc:spChg chg="mod">
          <ac:chgData name="Kevin Richetin" userId="b0ccaec20e10084c" providerId="LiveId" clId="{2C4213F9-C9D6-4C8B-93F6-5755E498B5A1}" dt="2024-11-22T07:55:13.049" v="850" actId="404"/>
          <ac:spMkLst>
            <pc:docMk/>
            <pc:sldMk cId="2091169852" sldId="260"/>
            <ac:spMk id="84" creationId="{6855EDCF-5E59-050A-2823-46343C6E0494}"/>
          </ac:spMkLst>
        </pc:spChg>
        <pc:spChg chg="mod">
          <ac:chgData name="Kevin Richetin" userId="b0ccaec20e10084c" providerId="LiveId" clId="{2C4213F9-C9D6-4C8B-93F6-5755E498B5A1}" dt="2024-11-22T07:55:13.049" v="850" actId="404"/>
          <ac:spMkLst>
            <pc:docMk/>
            <pc:sldMk cId="2091169852" sldId="260"/>
            <ac:spMk id="85" creationId="{EEBA836D-6200-0ACC-1616-1B8CB49630B6}"/>
          </ac:spMkLst>
        </pc:spChg>
        <pc:spChg chg="mod">
          <ac:chgData name="Kevin Richetin" userId="b0ccaec20e10084c" providerId="LiveId" clId="{2C4213F9-C9D6-4C8B-93F6-5755E498B5A1}" dt="2024-11-22T07:55:13.049" v="850" actId="404"/>
          <ac:spMkLst>
            <pc:docMk/>
            <pc:sldMk cId="2091169852" sldId="260"/>
            <ac:spMk id="86" creationId="{07CD88B5-0E54-70D8-9846-D5A6BED9295B}"/>
          </ac:spMkLst>
        </pc:spChg>
        <pc:spChg chg="mod">
          <ac:chgData name="Kevin Richetin" userId="b0ccaec20e10084c" providerId="LiveId" clId="{2C4213F9-C9D6-4C8B-93F6-5755E498B5A1}" dt="2024-11-22T07:55:13.049" v="850" actId="404"/>
          <ac:spMkLst>
            <pc:docMk/>
            <pc:sldMk cId="2091169852" sldId="260"/>
            <ac:spMk id="87" creationId="{B5740A23-2A12-8974-74EC-B8347806DCD4}"/>
          </ac:spMkLst>
        </pc:spChg>
        <pc:spChg chg="mod">
          <ac:chgData name="Kevin Richetin" userId="b0ccaec20e10084c" providerId="LiveId" clId="{2C4213F9-C9D6-4C8B-93F6-5755E498B5A1}" dt="2024-11-22T07:55:13.049" v="850" actId="404"/>
          <ac:spMkLst>
            <pc:docMk/>
            <pc:sldMk cId="2091169852" sldId="260"/>
            <ac:spMk id="88" creationId="{CA1DEF26-6942-347A-D589-8CF412C47AFB}"/>
          </ac:spMkLst>
        </pc:spChg>
        <pc:spChg chg="mod">
          <ac:chgData name="Kevin Richetin" userId="b0ccaec20e10084c" providerId="LiveId" clId="{2C4213F9-C9D6-4C8B-93F6-5755E498B5A1}" dt="2024-11-22T07:55:13.049" v="850" actId="404"/>
          <ac:spMkLst>
            <pc:docMk/>
            <pc:sldMk cId="2091169852" sldId="260"/>
            <ac:spMk id="89" creationId="{71046F44-ECBE-D8DC-23A0-2E3CA8DEB40E}"/>
          </ac:spMkLst>
        </pc:spChg>
        <pc:spChg chg="mod">
          <ac:chgData name="Kevin Richetin" userId="b0ccaec20e10084c" providerId="LiveId" clId="{2C4213F9-C9D6-4C8B-93F6-5755E498B5A1}" dt="2024-11-22T07:55:13.049" v="850" actId="404"/>
          <ac:spMkLst>
            <pc:docMk/>
            <pc:sldMk cId="2091169852" sldId="260"/>
            <ac:spMk id="90" creationId="{E0495CEE-32E6-79F9-9C52-3124E8ED04DC}"/>
          </ac:spMkLst>
        </pc:spChg>
        <pc:spChg chg="mod">
          <ac:chgData name="Kevin Richetin" userId="b0ccaec20e10084c" providerId="LiveId" clId="{2C4213F9-C9D6-4C8B-93F6-5755E498B5A1}" dt="2024-11-22T07:55:13.049" v="850" actId="404"/>
          <ac:spMkLst>
            <pc:docMk/>
            <pc:sldMk cId="2091169852" sldId="260"/>
            <ac:spMk id="91" creationId="{92B963CA-AEEA-CFD7-3503-16720BC39651}"/>
          </ac:spMkLst>
        </pc:spChg>
        <pc:spChg chg="mod">
          <ac:chgData name="Kevin Richetin" userId="b0ccaec20e10084c" providerId="LiveId" clId="{2C4213F9-C9D6-4C8B-93F6-5755E498B5A1}" dt="2024-11-22T07:56:05.797" v="867" actId="403"/>
          <ac:spMkLst>
            <pc:docMk/>
            <pc:sldMk cId="2091169852" sldId="260"/>
            <ac:spMk id="92" creationId="{B408D707-E275-EEB3-07CD-38B23AD8F178}"/>
          </ac:spMkLst>
        </pc:spChg>
        <pc:spChg chg="mod">
          <ac:chgData name="Kevin Richetin" userId="b0ccaec20e10084c" providerId="LiveId" clId="{2C4213F9-C9D6-4C8B-93F6-5755E498B5A1}" dt="2024-11-22T07:56:09.539" v="868" actId="1076"/>
          <ac:spMkLst>
            <pc:docMk/>
            <pc:sldMk cId="2091169852" sldId="260"/>
            <ac:spMk id="93" creationId="{1FBECAC7-5D17-F056-EC3F-8264D6D52110}"/>
          </ac:spMkLst>
        </pc:spChg>
        <pc:spChg chg="mod">
          <ac:chgData name="Kevin Richetin" userId="b0ccaec20e10084c" providerId="LiveId" clId="{2C4213F9-C9D6-4C8B-93F6-5755E498B5A1}" dt="2024-11-22T07:56:49.638" v="877" actId="1076"/>
          <ac:spMkLst>
            <pc:docMk/>
            <pc:sldMk cId="2091169852" sldId="260"/>
            <ac:spMk id="94" creationId="{C9D3E42C-8ED7-D782-3ECB-FD9AF3C79C7F}"/>
          </ac:spMkLst>
        </pc:spChg>
        <pc:spChg chg="mod">
          <ac:chgData name="Kevin Richetin" userId="b0ccaec20e10084c" providerId="LiveId" clId="{2C4213F9-C9D6-4C8B-93F6-5755E498B5A1}" dt="2024-11-22T07:56:53.857" v="879" actId="1076"/>
          <ac:spMkLst>
            <pc:docMk/>
            <pc:sldMk cId="2091169852" sldId="260"/>
            <ac:spMk id="95" creationId="{E1556CB3-17B3-9A83-2FE6-74811D9157C7}"/>
          </ac:spMkLst>
        </pc:spChg>
        <pc:spChg chg="mod">
          <ac:chgData name="Kevin Richetin" userId="b0ccaec20e10084c" providerId="LiveId" clId="{2C4213F9-C9D6-4C8B-93F6-5755E498B5A1}" dt="2024-11-22T07:56:26.362" v="872" actId="1076"/>
          <ac:spMkLst>
            <pc:docMk/>
            <pc:sldMk cId="2091169852" sldId="260"/>
            <ac:spMk id="96" creationId="{885F0473-6BE8-8BD8-F62D-CD1ABAC89854}"/>
          </ac:spMkLst>
        </pc:spChg>
        <pc:spChg chg="mod">
          <ac:chgData name="Kevin Richetin" userId="b0ccaec20e10084c" providerId="LiveId" clId="{2C4213F9-C9D6-4C8B-93F6-5755E498B5A1}" dt="2024-11-22T07:56:13.656" v="870" actId="404"/>
          <ac:spMkLst>
            <pc:docMk/>
            <pc:sldMk cId="2091169852" sldId="260"/>
            <ac:spMk id="97" creationId="{AA0A5D78-8B27-8327-E850-29B40FCEC646}"/>
          </ac:spMkLst>
        </pc:spChg>
        <pc:spChg chg="mod">
          <ac:chgData name="Kevin Richetin" userId="b0ccaec20e10084c" providerId="LiveId" clId="{2C4213F9-C9D6-4C8B-93F6-5755E498B5A1}" dt="2024-11-22T07:56:44.040" v="876" actId="1076"/>
          <ac:spMkLst>
            <pc:docMk/>
            <pc:sldMk cId="2091169852" sldId="260"/>
            <ac:spMk id="98" creationId="{1D95A7A1-F3CE-57AE-4A0E-2CA91B40BFAB}"/>
          </ac:spMkLst>
        </pc:spChg>
        <pc:spChg chg="mod">
          <ac:chgData name="Kevin Richetin" userId="b0ccaec20e10084c" providerId="LiveId" clId="{2C4213F9-C9D6-4C8B-93F6-5755E498B5A1}" dt="2024-11-22T07:56:37.087" v="875" actId="1076"/>
          <ac:spMkLst>
            <pc:docMk/>
            <pc:sldMk cId="2091169852" sldId="260"/>
            <ac:spMk id="99" creationId="{4C7F224B-EC20-A2AF-1A8B-0FA8209FB030}"/>
          </ac:spMkLst>
        </pc:spChg>
        <pc:spChg chg="mod">
          <ac:chgData name="Kevin Richetin" userId="b0ccaec20e10084c" providerId="LiveId" clId="{2C4213F9-C9D6-4C8B-93F6-5755E498B5A1}" dt="2024-11-22T07:55:37.595" v="858" actId="1076"/>
          <ac:spMkLst>
            <pc:docMk/>
            <pc:sldMk cId="2091169852" sldId="260"/>
            <ac:spMk id="100" creationId="{BD93DDC7-3E7E-FC1E-67A0-C007E2930AA6}"/>
          </ac:spMkLst>
        </pc:spChg>
        <pc:spChg chg="mod">
          <ac:chgData name="Kevin Richetin" userId="b0ccaec20e10084c" providerId="LiveId" clId="{2C4213F9-C9D6-4C8B-93F6-5755E498B5A1}" dt="2024-11-22T07:55:42.270" v="860" actId="1076"/>
          <ac:spMkLst>
            <pc:docMk/>
            <pc:sldMk cId="2091169852" sldId="260"/>
            <ac:spMk id="101" creationId="{8525B08D-41AA-38F8-CF60-8CFA74D4EC08}"/>
          </ac:spMkLst>
        </pc:spChg>
        <pc:spChg chg="mod">
          <ac:chgData name="Kevin Richetin" userId="b0ccaec20e10084c" providerId="LiveId" clId="{2C4213F9-C9D6-4C8B-93F6-5755E498B5A1}" dt="2024-11-22T07:55:44.945" v="861" actId="1076"/>
          <ac:spMkLst>
            <pc:docMk/>
            <pc:sldMk cId="2091169852" sldId="260"/>
            <ac:spMk id="102" creationId="{46E936DC-D3E8-F7D5-A027-A443825817B9}"/>
          </ac:spMkLst>
        </pc:spChg>
        <pc:spChg chg="mod">
          <ac:chgData name="Kevin Richetin" userId="b0ccaec20e10084c" providerId="LiveId" clId="{2C4213F9-C9D6-4C8B-93F6-5755E498B5A1}" dt="2024-11-22T07:55:28.839" v="855" actId="404"/>
          <ac:spMkLst>
            <pc:docMk/>
            <pc:sldMk cId="2091169852" sldId="260"/>
            <ac:spMk id="103" creationId="{69830001-2D10-714D-4302-545C6C130794}"/>
          </ac:spMkLst>
        </pc:spChg>
        <pc:spChg chg="mod">
          <ac:chgData name="Kevin Richetin" userId="b0ccaec20e10084c" providerId="LiveId" clId="{2C4213F9-C9D6-4C8B-93F6-5755E498B5A1}" dt="2024-11-22T07:55:33.158" v="856" actId="1076"/>
          <ac:spMkLst>
            <pc:docMk/>
            <pc:sldMk cId="2091169852" sldId="260"/>
            <ac:spMk id="104" creationId="{F5C3E2DB-2840-6FE4-B870-870E18A649AB}"/>
          </ac:spMkLst>
        </pc:spChg>
        <pc:spChg chg="mod">
          <ac:chgData name="Kevin Richetin" userId="b0ccaec20e10084c" providerId="LiveId" clId="{2C4213F9-C9D6-4C8B-93F6-5755E498B5A1}" dt="2024-11-22T07:55:28.839" v="855" actId="404"/>
          <ac:spMkLst>
            <pc:docMk/>
            <pc:sldMk cId="2091169852" sldId="260"/>
            <ac:spMk id="105" creationId="{3A04C951-AE5F-A9FE-2FB3-C02389030E54}"/>
          </ac:spMkLst>
        </pc:spChg>
        <pc:spChg chg="mod">
          <ac:chgData name="Kevin Richetin" userId="b0ccaec20e10084c" providerId="LiveId" clId="{2C4213F9-C9D6-4C8B-93F6-5755E498B5A1}" dt="2024-11-22T07:55:40.098" v="859" actId="1076"/>
          <ac:spMkLst>
            <pc:docMk/>
            <pc:sldMk cId="2091169852" sldId="260"/>
            <ac:spMk id="106" creationId="{A22652B5-E270-6C7A-DF0F-9A6177429118}"/>
          </ac:spMkLst>
        </pc:spChg>
        <pc:spChg chg="mod">
          <ac:chgData name="Kevin Richetin" userId="b0ccaec20e10084c" providerId="LiveId" clId="{2C4213F9-C9D6-4C8B-93F6-5755E498B5A1}" dt="2024-11-22T07:55:35.649" v="857" actId="1076"/>
          <ac:spMkLst>
            <pc:docMk/>
            <pc:sldMk cId="2091169852" sldId="260"/>
            <ac:spMk id="107" creationId="{CE84A6CE-C02E-9ADF-7518-10AF0BCE6BE9}"/>
          </ac:spMkLst>
        </pc:spChg>
        <pc:grpChg chg="add mod">
          <ac:chgData name="Kevin Richetin" userId="b0ccaec20e10084c" providerId="LiveId" clId="{2C4213F9-C9D6-4C8B-93F6-5755E498B5A1}" dt="2024-11-22T07:02:20.644" v="90" actId="1076"/>
          <ac:grpSpMkLst>
            <pc:docMk/>
            <pc:sldMk cId="2091169852" sldId="260"/>
            <ac:grpSpMk id="33" creationId="{7A592E41-7C96-CB17-28BB-82D2F72CCE6A}"/>
          </ac:grpSpMkLst>
        </pc:grpChg>
        <pc:grpChg chg="add mod">
          <ac:chgData name="Kevin Richetin" userId="b0ccaec20e10084c" providerId="LiveId" clId="{2C4213F9-C9D6-4C8B-93F6-5755E498B5A1}" dt="2024-11-22T08:16:09.278" v="977" actId="1076"/>
          <ac:grpSpMkLst>
            <pc:docMk/>
            <pc:sldMk cId="2091169852" sldId="260"/>
            <ac:grpSpMk id="70" creationId="{21AA68B0-87FE-FFCD-DA48-985F292439A3}"/>
          </ac:grpSpMkLst>
        </pc:grpChg>
        <pc:grpChg chg="add mod">
          <ac:chgData name="Kevin Richetin" userId="b0ccaec20e10084c" providerId="LiveId" clId="{2C4213F9-C9D6-4C8B-93F6-5755E498B5A1}" dt="2024-11-22T07:54:44.655" v="843" actId="164"/>
          <ac:grpSpMkLst>
            <pc:docMk/>
            <pc:sldMk cId="2091169852" sldId="260"/>
            <ac:grpSpMk id="82" creationId="{4E1EA3CF-E111-92DA-F854-07FBF0519FE9}"/>
          </ac:grpSpMkLst>
        </pc:grpChg>
        <pc:grpChg chg="add mod">
          <ac:chgData name="Kevin Richetin" userId="b0ccaec20e10084c" providerId="LiveId" clId="{2C4213F9-C9D6-4C8B-93F6-5755E498B5A1}" dt="2024-11-22T08:16:16.721" v="978" actId="1076"/>
          <ac:grpSpMkLst>
            <pc:docMk/>
            <pc:sldMk cId="2091169852" sldId="260"/>
            <ac:grpSpMk id="108" creationId="{5BFB1EB5-1CA8-1C8F-D9C4-4EBD1E09E9AA}"/>
          </ac:grpSpMkLst>
        </pc:grpChg>
        <pc:graphicFrameChg chg="add mod">
          <ac:chgData name="Kevin Richetin" userId="b0ccaec20e10084c" providerId="LiveId" clId="{2C4213F9-C9D6-4C8B-93F6-5755E498B5A1}" dt="2024-11-22T08:16:09.278" v="977" actId="1076"/>
          <ac:graphicFrameMkLst>
            <pc:docMk/>
            <pc:sldMk cId="2091169852" sldId="260"/>
            <ac:graphicFrameMk id="3" creationId="{0E148E7F-4308-7AC4-E103-B9BB6A7F6B7B}"/>
          </ac:graphicFrameMkLst>
        </pc:graphicFrameChg>
        <pc:graphicFrameChg chg="add mod">
          <ac:chgData name="Kevin Richetin" userId="b0ccaec20e10084c" providerId="LiveId" clId="{2C4213F9-C9D6-4C8B-93F6-5755E498B5A1}" dt="2024-11-22T08:31:18.353" v="994"/>
          <ac:graphicFrameMkLst>
            <pc:docMk/>
            <pc:sldMk cId="2091169852" sldId="260"/>
            <ac:graphicFrameMk id="6" creationId="{25FA16DA-E649-DE50-0690-B1677E011E66}"/>
          </ac:graphicFrameMkLst>
        </pc:graphicFrameChg>
        <pc:graphicFrameChg chg="add mod">
          <ac:chgData name="Kevin Richetin" userId="b0ccaec20e10084c" providerId="LiveId" clId="{2C4213F9-C9D6-4C8B-93F6-5755E498B5A1}" dt="2024-11-22T08:15:57.868" v="976" actId="1037"/>
          <ac:graphicFrameMkLst>
            <pc:docMk/>
            <pc:sldMk cId="2091169852" sldId="260"/>
            <ac:graphicFrameMk id="59" creationId="{62F6996C-F342-A40F-7A7F-BA4E07D90746}"/>
          </ac:graphicFrameMkLst>
        </pc:graphicFrameChg>
        <pc:graphicFrameChg chg="add mod">
          <ac:chgData name="Kevin Richetin" userId="b0ccaec20e10084c" providerId="LiveId" clId="{2C4213F9-C9D6-4C8B-93F6-5755E498B5A1}" dt="2024-11-22T07:40:31.450" v="589" actId="164"/>
          <ac:graphicFrameMkLst>
            <pc:docMk/>
            <pc:sldMk cId="2091169852" sldId="260"/>
            <ac:graphicFrameMk id="60" creationId="{156AC5DB-15FB-4DDB-4A84-F3CA8D46951D}"/>
          </ac:graphicFrameMkLst>
        </pc:graphicFrameChg>
        <pc:graphicFrameChg chg="add mod">
          <ac:chgData name="Kevin Richetin" userId="b0ccaec20e10084c" providerId="LiveId" clId="{2C4213F9-C9D6-4C8B-93F6-5755E498B5A1}" dt="2024-11-22T07:50:47.821" v="722" actId="1076"/>
          <ac:graphicFrameMkLst>
            <pc:docMk/>
            <pc:sldMk cId="2091169852" sldId="260"/>
            <ac:graphicFrameMk id="65" creationId="{D9365349-0ED4-0FFF-C8DE-044795361F77}"/>
          </ac:graphicFrameMkLst>
        </pc:graphicFrameChg>
        <pc:graphicFrameChg chg="add mod">
          <ac:chgData name="Kevin Richetin" userId="b0ccaec20e10084c" providerId="LiveId" clId="{2C4213F9-C9D6-4C8B-93F6-5755E498B5A1}" dt="2024-11-22T07:50:52.871" v="726" actId="1038"/>
          <ac:graphicFrameMkLst>
            <pc:docMk/>
            <pc:sldMk cId="2091169852" sldId="260"/>
            <ac:graphicFrameMk id="67" creationId="{8EF0DCF6-394A-9EB3-24E4-B9E6E29F80E6}"/>
          </ac:graphicFrameMkLst>
        </pc:graphicFrameChg>
        <pc:graphicFrameChg chg="add mod">
          <ac:chgData name="Kevin Richetin" userId="b0ccaec20e10084c" providerId="LiveId" clId="{2C4213F9-C9D6-4C8B-93F6-5755E498B5A1}" dt="2024-11-22T08:16:09.278" v="977" actId="1076"/>
          <ac:graphicFrameMkLst>
            <pc:docMk/>
            <pc:sldMk cId="2091169852" sldId="260"/>
            <ac:graphicFrameMk id="72" creationId="{489CC8AB-A665-0CAA-9632-F945B071DA86}"/>
          </ac:graphicFrameMkLst>
        </pc:graphicFrameChg>
        <pc:graphicFrameChg chg="add mod">
          <ac:chgData name="Kevin Richetin" userId="b0ccaec20e10084c" providerId="LiveId" clId="{2C4213F9-C9D6-4C8B-93F6-5755E498B5A1}" dt="2024-11-22T08:16:09.278" v="977" actId="1076"/>
          <ac:graphicFrameMkLst>
            <pc:docMk/>
            <pc:sldMk cId="2091169852" sldId="260"/>
            <ac:graphicFrameMk id="75" creationId="{6CB94D3C-19F4-B126-50E6-71F39B81262E}"/>
          </ac:graphicFrameMkLst>
        </pc:graphicFrameChg>
        <pc:graphicFrameChg chg="add mod">
          <ac:chgData name="Kevin Richetin" userId="b0ccaec20e10084c" providerId="LiveId" clId="{2C4213F9-C9D6-4C8B-93F6-5755E498B5A1}" dt="2024-11-22T08:16:09.278" v="977" actId="1076"/>
          <ac:graphicFrameMkLst>
            <pc:docMk/>
            <pc:sldMk cId="2091169852" sldId="260"/>
            <ac:graphicFrameMk id="76" creationId="{4504D88D-3D97-1BF2-BF69-C0F325A1B04C}"/>
          </ac:graphicFrameMkLst>
        </pc:graphicFrameChg>
        <pc:picChg chg="add mod">
          <ac:chgData name="Kevin Richetin" userId="b0ccaec20e10084c" providerId="LiveId" clId="{2C4213F9-C9D6-4C8B-93F6-5755E498B5A1}" dt="2024-11-22T07:02:20.644" v="90" actId="1076"/>
          <ac:picMkLst>
            <pc:docMk/>
            <pc:sldMk cId="2091169852" sldId="260"/>
            <ac:picMk id="15" creationId="{0E369434-30BB-1DD0-2138-AF233ED06567}"/>
          </ac:picMkLst>
        </pc:picChg>
        <pc:picChg chg="add mod">
          <ac:chgData name="Kevin Richetin" userId="b0ccaec20e10084c" providerId="LiveId" clId="{2C4213F9-C9D6-4C8B-93F6-5755E498B5A1}" dt="2024-11-22T07:02:20.644" v="90" actId="1076"/>
          <ac:picMkLst>
            <pc:docMk/>
            <pc:sldMk cId="2091169852" sldId="260"/>
            <ac:picMk id="18" creationId="{2CF8A7B7-51A1-2031-13A5-100B931ED4B4}"/>
          </ac:picMkLst>
        </pc:picChg>
        <pc:picChg chg="add mod">
          <ac:chgData name="Kevin Richetin" userId="b0ccaec20e10084c" providerId="LiveId" clId="{2C4213F9-C9D6-4C8B-93F6-5755E498B5A1}" dt="2024-11-22T07:02:20.644" v="90" actId="1076"/>
          <ac:picMkLst>
            <pc:docMk/>
            <pc:sldMk cId="2091169852" sldId="260"/>
            <ac:picMk id="19" creationId="{2F42777F-8230-B312-EAD4-E26B1A9428D5}"/>
          </ac:picMkLst>
        </pc:picChg>
        <pc:picChg chg="add mod">
          <ac:chgData name="Kevin Richetin" userId="b0ccaec20e10084c" providerId="LiveId" clId="{2C4213F9-C9D6-4C8B-93F6-5755E498B5A1}" dt="2024-11-22T07:02:20.644" v="90" actId="1076"/>
          <ac:picMkLst>
            <pc:docMk/>
            <pc:sldMk cId="2091169852" sldId="260"/>
            <ac:picMk id="23" creationId="{A8A2FD2C-5756-FE4D-F07A-8494428556D0}"/>
          </ac:picMkLst>
        </pc:picChg>
        <pc:picChg chg="add mod">
          <ac:chgData name="Kevin Richetin" userId="b0ccaec20e10084c" providerId="LiveId" clId="{2C4213F9-C9D6-4C8B-93F6-5755E498B5A1}" dt="2024-11-22T07:02:20.644" v="90" actId="1076"/>
          <ac:picMkLst>
            <pc:docMk/>
            <pc:sldMk cId="2091169852" sldId="260"/>
            <ac:picMk id="31" creationId="{FABAB3EF-5E59-0345-0962-6DC569C75894}"/>
          </ac:picMkLst>
        </pc:picChg>
        <pc:picChg chg="add mod modCrop">
          <ac:chgData name="Kevin Richetin" userId="b0ccaec20e10084c" providerId="LiveId" clId="{2C4213F9-C9D6-4C8B-93F6-5755E498B5A1}" dt="2024-11-22T07:14:15.384" v="350" actId="1076"/>
          <ac:picMkLst>
            <pc:docMk/>
            <pc:sldMk cId="2091169852" sldId="260"/>
            <ac:picMk id="52" creationId="{F29416B3-B6DB-D276-DE18-13B613E60784}"/>
          </ac:picMkLst>
        </pc:picChg>
        <pc:picChg chg="add mod">
          <ac:chgData name="Kevin Richetin" userId="b0ccaec20e10084c" providerId="LiveId" clId="{2C4213F9-C9D6-4C8B-93F6-5755E498B5A1}" dt="2024-11-22T07:14:16.447" v="351" actId="1076"/>
          <ac:picMkLst>
            <pc:docMk/>
            <pc:sldMk cId="2091169852" sldId="260"/>
            <ac:picMk id="54" creationId="{78FAA795-D6A7-9542-54A7-12D6F636A646}"/>
          </ac:picMkLst>
        </pc:picChg>
        <pc:picChg chg="add mod">
          <ac:chgData name="Kevin Richetin" userId="b0ccaec20e10084c" providerId="LiveId" clId="{2C4213F9-C9D6-4C8B-93F6-5755E498B5A1}" dt="2024-11-22T08:14:06.082" v="887" actId="1076"/>
          <ac:picMkLst>
            <pc:docMk/>
            <pc:sldMk cId="2091169852" sldId="260"/>
            <ac:picMk id="81" creationId="{C4FBDB4C-BC8C-E8C1-E023-41733A4CA022}"/>
          </ac:picMkLst>
        </pc:picChg>
        <pc:picChg chg="mod modCrop">
          <ac:chgData name="Kevin Richetin" userId="b0ccaec20e10084c" providerId="LiveId" clId="{2C4213F9-C9D6-4C8B-93F6-5755E498B5A1}" dt="2024-11-22T08:15:46.039" v="934" actId="1037"/>
          <ac:picMkLst>
            <pc:docMk/>
            <pc:sldMk cId="2091169852" sldId="260"/>
            <ac:picMk id="83" creationId="{B70E852B-E2B4-47C2-8B4F-C6B0F8D8AE9B}"/>
          </ac:picMkLst>
        </pc:picChg>
        <pc:cxnChg chg="add mod">
          <ac:chgData name="Kevin Richetin" userId="b0ccaec20e10084c" providerId="LiveId" clId="{2C4213F9-C9D6-4C8B-93F6-5755E498B5A1}" dt="2024-11-22T07:02:20.644" v="90" actId="1076"/>
          <ac:cxnSpMkLst>
            <pc:docMk/>
            <pc:sldMk cId="2091169852" sldId="260"/>
            <ac:cxnSpMk id="17" creationId="{7737AD04-F842-8032-4843-8AD01170F319}"/>
          </ac:cxnSpMkLst>
        </pc:cxnChg>
      </pc:sldChg>
    </pc:docChg>
  </pc:docChgLst>
  <pc:docChgLst>
    <pc:chgData name="Kevin Richetin" userId="b0ccaec20e10084c" providerId="LiveId" clId="{CAB5BB0D-1C14-460C-AC0A-23AAF8D8F31B}"/>
    <pc:docChg chg="custSel addSld modSld">
      <pc:chgData name="Kevin Richetin" userId="b0ccaec20e10084c" providerId="LiveId" clId="{CAB5BB0D-1C14-460C-AC0A-23AAF8D8F31B}" dt="2024-11-29T08:17:25.453" v="105"/>
      <pc:docMkLst>
        <pc:docMk/>
      </pc:docMkLst>
      <pc:sldChg chg="modSp">
        <pc:chgData name="Kevin Richetin" userId="b0ccaec20e10084c" providerId="LiveId" clId="{CAB5BB0D-1C14-460C-AC0A-23AAF8D8F31B}" dt="2024-11-22T14:51:06.416" v="104"/>
        <pc:sldMkLst>
          <pc:docMk/>
          <pc:sldMk cId="2698908076" sldId="256"/>
        </pc:sldMkLst>
        <pc:graphicFrameChg chg="mod">
          <ac:chgData name="Kevin Richetin" userId="b0ccaec20e10084c" providerId="LiveId" clId="{CAB5BB0D-1C14-460C-AC0A-23AAF8D8F31B}" dt="2024-11-22T14:51:06.416" v="104"/>
          <ac:graphicFrameMkLst>
            <pc:docMk/>
            <pc:sldMk cId="2698908076" sldId="256"/>
            <ac:graphicFrameMk id="16" creationId="{CAECCAC4-1F15-BD1B-0FAF-60402E02DE2D}"/>
          </ac:graphicFrameMkLst>
        </pc:graphicFrameChg>
      </pc:sldChg>
      <pc:sldChg chg="addSp delSp modSp mod">
        <pc:chgData name="Kevin Richetin" userId="b0ccaec20e10084c" providerId="LiveId" clId="{CAB5BB0D-1C14-460C-AC0A-23AAF8D8F31B}" dt="2024-11-22T14:39:09.426" v="101" actId="20577"/>
        <pc:sldMkLst>
          <pc:docMk/>
          <pc:sldMk cId="2091169852" sldId="260"/>
        </pc:sldMkLst>
        <pc:spChg chg="add mod">
          <ac:chgData name="Kevin Richetin" userId="b0ccaec20e10084c" providerId="LiveId" clId="{CAB5BB0D-1C14-460C-AC0A-23AAF8D8F31B}" dt="2024-11-22T14:04:08.650" v="5" actId="1076"/>
          <ac:spMkLst>
            <pc:docMk/>
            <pc:sldMk cId="2091169852" sldId="260"/>
            <ac:spMk id="5" creationId="{21E8F450-B669-9486-C2DB-46BE1D361DFE}"/>
          </ac:spMkLst>
        </pc:spChg>
        <pc:grpChg chg="mod">
          <ac:chgData name="Kevin Richetin" userId="b0ccaec20e10084c" providerId="LiveId" clId="{CAB5BB0D-1C14-460C-AC0A-23AAF8D8F31B}" dt="2024-11-22T14:07:06.652" v="12" actId="1076"/>
          <ac:grpSpMkLst>
            <pc:docMk/>
            <pc:sldMk cId="2091169852" sldId="260"/>
            <ac:grpSpMk id="108" creationId="{5BFB1EB5-1CA8-1C8F-D9C4-4EBD1E09E9AA}"/>
          </ac:grpSpMkLst>
        </pc:grpChg>
        <pc:graphicFrameChg chg="mod">
          <ac:chgData name="Kevin Richetin" userId="b0ccaec20e10084c" providerId="LiveId" clId="{CAB5BB0D-1C14-460C-AC0A-23AAF8D8F31B}" dt="2024-11-22T14:31:04.561" v="24"/>
          <ac:graphicFrameMkLst>
            <pc:docMk/>
            <pc:sldMk cId="2091169852" sldId="260"/>
            <ac:graphicFrameMk id="6" creationId="{25FA16DA-E649-DE50-0690-B1677E011E66}"/>
          </ac:graphicFrameMkLst>
        </pc:graphicFrameChg>
        <pc:picChg chg="mod modCrop">
          <ac:chgData name="Kevin Richetin" userId="b0ccaec20e10084c" providerId="LiveId" clId="{CAB5BB0D-1C14-460C-AC0A-23AAF8D8F31B}" dt="2024-11-22T14:07:07.382" v="13" actId="1076"/>
          <ac:picMkLst>
            <pc:docMk/>
            <pc:sldMk cId="2091169852" sldId="260"/>
            <ac:picMk id="52" creationId="{F29416B3-B6DB-D276-DE18-13B613E60784}"/>
          </ac:picMkLst>
        </pc:picChg>
        <pc:picChg chg="mod">
          <ac:chgData name="Kevin Richetin" userId="b0ccaec20e10084c" providerId="LiveId" clId="{CAB5BB0D-1C14-460C-AC0A-23AAF8D8F31B}" dt="2024-11-22T14:13:24.318" v="14" actId="1076"/>
          <ac:picMkLst>
            <pc:docMk/>
            <pc:sldMk cId="2091169852" sldId="260"/>
            <ac:picMk id="54" creationId="{78FAA795-D6A7-9542-54A7-12D6F636A646}"/>
          </ac:picMkLst>
        </pc:picChg>
      </pc:sldChg>
      <pc:sldChg chg="add">
        <pc:chgData name="Kevin Richetin" userId="b0ccaec20e10084c" providerId="LiveId" clId="{CAB5BB0D-1C14-460C-AC0A-23AAF8D8F31B}" dt="2024-11-29T08:17:25.453" v="105"/>
        <pc:sldMkLst>
          <pc:docMk/>
          <pc:sldMk cId="4101623598" sldId="261"/>
        </pc:sldMkLst>
      </pc:sldChg>
      <pc:sldChg chg="add">
        <pc:chgData name="Kevin Richetin" userId="b0ccaec20e10084c" providerId="LiveId" clId="{CAB5BB0D-1C14-460C-AC0A-23AAF8D8F31B}" dt="2024-11-29T08:17:25.453" v="105"/>
        <pc:sldMkLst>
          <pc:docMk/>
          <pc:sldMk cId="2464390150" sldId="262"/>
        </pc:sldMkLst>
      </pc:sldChg>
      <pc:sldChg chg="add">
        <pc:chgData name="Kevin Richetin" userId="b0ccaec20e10084c" providerId="LiveId" clId="{CAB5BB0D-1C14-460C-AC0A-23AAF8D8F31B}" dt="2024-11-29T08:17:25.453" v="105"/>
        <pc:sldMkLst>
          <pc:docMk/>
          <pc:sldMk cId="1681322804" sldId="263"/>
        </pc:sldMkLst>
      </pc:sldChg>
      <pc:sldChg chg="add">
        <pc:chgData name="Kevin Richetin" userId="b0ccaec20e10084c" providerId="LiveId" clId="{CAB5BB0D-1C14-460C-AC0A-23AAF8D8F31B}" dt="2024-11-29T08:17:25.453" v="105"/>
        <pc:sldMkLst>
          <pc:docMk/>
          <pc:sldMk cId="3196801905" sldId="26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CH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2B784D-A7F4-485C-8C75-38877148207C}" type="datetimeFigureOut">
              <a:rPr lang="fr-CH" smtClean="0"/>
              <a:t>29.11.2024</a:t>
            </a:fld>
            <a:endParaRPr lang="fr-CH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2085975" y="1143000"/>
            <a:ext cx="26860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CH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CH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A95136-4B2F-464D-9498-877042E0EA39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41596154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2085975" y="1143000"/>
            <a:ext cx="2686050" cy="30861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A95136-4B2F-464D-9498-877042E0EA39}" type="slidenum">
              <a:rPr lang="fr-CH" smtClean="0"/>
              <a:t>2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0106337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2085975" y="1143000"/>
            <a:ext cx="2686050" cy="30861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A95136-4B2F-464D-9498-877042E0EA39}" type="slidenum">
              <a:rPr lang="fr-CH" smtClean="0"/>
              <a:t>6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0106337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288379"/>
            <a:ext cx="5829300" cy="274076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4134840"/>
            <a:ext cx="5143500" cy="1900677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39CD8-DEF5-4DF4-B62A-AA0BCD6B42BC}" type="datetimeFigureOut">
              <a:rPr lang="fr-CH" smtClean="0"/>
              <a:t>29.11.2024</a:t>
            </a:fld>
            <a:endParaRPr lang="fr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19B89-C84D-49EE-98CE-69608BB6CFE6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8052541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39CD8-DEF5-4DF4-B62A-AA0BCD6B42BC}" type="datetimeFigureOut">
              <a:rPr lang="fr-CH" smtClean="0"/>
              <a:t>29.11.2024</a:t>
            </a:fld>
            <a:endParaRPr lang="fr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19B89-C84D-49EE-98CE-69608BB6CFE6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6992675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1962638"/>
            <a:ext cx="5915025" cy="3274705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5268323"/>
            <a:ext cx="5915025" cy="172209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39CD8-DEF5-4DF4-B62A-AA0BCD6B42BC}" type="datetimeFigureOut">
              <a:rPr lang="fr-CH" smtClean="0"/>
              <a:t>29.11.2024</a:t>
            </a:fld>
            <a:endParaRPr lang="fr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19B89-C84D-49EE-98CE-69608BB6CFE6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177566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095665"/>
            <a:ext cx="2914650" cy="4994974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095665"/>
            <a:ext cx="2914650" cy="4994974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39CD8-DEF5-4DF4-B62A-AA0BCD6B42BC}" type="datetimeFigureOut">
              <a:rPr lang="fr-CH" smtClean="0"/>
              <a:t>29.11.2024</a:t>
            </a:fld>
            <a:endParaRPr lang="fr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19B89-C84D-49EE-98CE-69608BB6CFE6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3596415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419135"/>
            <a:ext cx="5915025" cy="1521636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1929835"/>
            <a:ext cx="2901255" cy="94578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2875618"/>
            <a:ext cx="2901255" cy="422960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1929835"/>
            <a:ext cx="2915543" cy="94578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2875618"/>
            <a:ext cx="2915543" cy="422960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39CD8-DEF5-4DF4-B62A-AA0BCD6B42BC}" type="datetimeFigureOut">
              <a:rPr lang="fr-CH" smtClean="0"/>
              <a:t>29.11.2024</a:t>
            </a:fld>
            <a:endParaRPr lang="fr-CH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19B89-C84D-49EE-98CE-69608BB6CFE6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8315000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39CD8-DEF5-4DF4-B62A-AA0BCD6B42BC}" type="datetimeFigureOut">
              <a:rPr lang="fr-CH" smtClean="0"/>
              <a:t>29.11.2024</a:t>
            </a:fld>
            <a:endParaRPr lang="fr-CH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19B89-C84D-49EE-98CE-69608BB6CFE6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9674513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39CD8-DEF5-4DF4-B62A-AA0BCD6B42BC}" type="datetimeFigureOut">
              <a:rPr lang="fr-CH" smtClean="0"/>
              <a:t>29.11.2024</a:t>
            </a:fld>
            <a:endParaRPr lang="fr-CH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19B89-C84D-49EE-98CE-69608BB6CFE6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4436926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4828"/>
            <a:ext cx="2211884" cy="1836896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133483"/>
            <a:ext cx="3471863" cy="5594516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361724"/>
            <a:ext cx="2211884" cy="437538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39CD8-DEF5-4DF4-B62A-AA0BCD6B42BC}" type="datetimeFigureOut">
              <a:rPr lang="fr-CH" smtClean="0"/>
              <a:t>29.11.2024</a:t>
            </a:fld>
            <a:endParaRPr lang="fr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19B89-C84D-49EE-98CE-69608BB6CFE6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0566613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4828"/>
            <a:ext cx="2211884" cy="1836896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133483"/>
            <a:ext cx="3471863" cy="5594516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361724"/>
            <a:ext cx="2211884" cy="437538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39CD8-DEF5-4DF4-B62A-AA0BCD6B42BC}" type="datetimeFigureOut">
              <a:rPr lang="fr-CH" smtClean="0"/>
              <a:t>29.11.2024</a:t>
            </a:fld>
            <a:endParaRPr lang="fr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19B89-C84D-49EE-98CE-69608BB6CFE6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463945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39CD8-DEF5-4DF4-B62A-AA0BCD6B42BC}" type="datetimeFigureOut">
              <a:rPr lang="fr-CH" smtClean="0"/>
              <a:t>29.11.2024</a:t>
            </a:fld>
            <a:endParaRPr lang="fr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19B89-C84D-49EE-98CE-69608BB6CFE6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3889135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419133"/>
            <a:ext cx="1478756" cy="6671506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419133"/>
            <a:ext cx="4350544" cy="6671506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39CD8-DEF5-4DF4-B62A-AA0BCD6B42BC}" type="datetimeFigureOut">
              <a:rPr lang="fr-CH" smtClean="0"/>
              <a:t>29.11.2024</a:t>
            </a:fld>
            <a:endParaRPr lang="fr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19B89-C84D-49EE-98CE-69608BB6CFE6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9197306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419135"/>
            <a:ext cx="5915025" cy="15216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095665"/>
            <a:ext cx="5915025" cy="49949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7296562"/>
            <a:ext cx="1543050" cy="4191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039CD8-DEF5-4DF4-B62A-AA0BCD6B42BC}" type="datetimeFigureOut">
              <a:rPr lang="fr-CH" smtClean="0"/>
              <a:t>29.11.2024</a:t>
            </a:fld>
            <a:endParaRPr lang="fr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7296562"/>
            <a:ext cx="2314575" cy="4191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7296562"/>
            <a:ext cx="1543050" cy="4191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619B89-C84D-49EE-98CE-69608BB6CFE6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5940660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.bin"/><Relationship Id="rId13" Type="http://schemas.openxmlformats.org/officeDocument/2006/relationships/image" Target="../media/image9.emf"/><Relationship Id="rId18" Type="http://schemas.openxmlformats.org/officeDocument/2006/relationships/oleObject" Target="../embeddings/oleObject6.bin"/><Relationship Id="rId26" Type="http://schemas.openxmlformats.org/officeDocument/2006/relationships/oleObject" Target="../embeddings/oleObject9.bin"/><Relationship Id="rId3" Type="http://schemas.openxmlformats.org/officeDocument/2006/relationships/image" Target="../media/image2.png"/><Relationship Id="rId21" Type="http://schemas.openxmlformats.org/officeDocument/2006/relationships/image" Target="../media/image13.emf"/><Relationship Id="rId7" Type="http://schemas.openxmlformats.org/officeDocument/2006/relationships/image" Target="../media/image6.tif"/><Relationship Id="rId12" Type="http://schemas.openxmlformats.org/officeDocument/2006/relationships/oleObject" Target="../embeddings/oleObject3.bin"/><Relationship Id="rId17" Type="http://schemas.openxmlformats.org/officeDocument/2006/relationships/image" Target="../media/image11.emf"/><Relationship Id="rId25" Type="http://schemas.openxmlformats.org/officeDocument/2006/relationships/image" Target="../media/image16.emf"/><Relationship Id="rId2" Type="http://schemas.openxmlformats.org/officeDocument/2006/relationships/image" Target="../media/image1.jpeg"/><Relationship Id="rId16" Type="http://schemas.openxmlformats.org/officeDocument/2006/relationships/oleObject" Target="../embeddings/oleObject5.bin"/><Relationship Id="rId20" Type="http://schemas.openxmlformats.org/officeDocument/2006/relationships/oleObject" Target="../embeddings/oleObject7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8.emf"/><Relationship Id="rId24" Type="http://schemas.openxmlformats.org/officeDocument/2006/relationships/oleObject" Target="../embeddings/oleObject8.bin"/><Relationship Id="rId5" Type="http://schemas.openxmlformats.org/officeDocument/2006/relationships/image" Target="../media/image4.png"/><Relationship Id="rId15" Type="http://schemas.openxmlformats.org/officeDocument/2006/relationships/image" Target="../media/image10.emf"/><Relationship Id="rId23" Type="http://schemas.openxmlformats.org/officeDocument/2006/relationships/image" Target="../media/image15.png"/><Relationship Id="rId28" Type="http://schemas.openxmlformats.org/officeDocument/2006/relationships/image" Target="../media/image18.png"/><Relationship Id="rId10" Type="http://schemas.openxmlformats.org/officeDocument/2006/relationships/oleObject" Target="../embeddings/oleObject2.bin"/><Relationship Id="rId19" Type="http://schemas.openxmlformats.org/officeDocument/2006/relationships/image" Target="../media/image12.emf"/><Relationship Id="rId4" Type="http://schemas.openxmlformats.org/officeDocument/2006/relationships/image" Target="../media/image3.png"/><Relationship Id="rId9" Type="http://schemas.openxmlformats.org/officeDocument/2006/relationships/image" Target="../media/image7.emf"/><Relationship Id="rId14" Type="http://schemas.openxmlformats.org/officeDocument/2006/relationships/oleObject" Target="../embeddings/oleObject4.bin"/><Relationship Id="rId22" Type="http://schemas.openxmlformats.org/officeDocument/2006/relationships/image" Target="../media/image14.png"/><Relationship Id="rId27" Type="http://schemas.openxmlformats.org/officeDocument/2006/relationships/image" Target="../media/image17.emf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emf"/><Relationship Id="rId13" Type="http://schemas.openxmlformats.org/officeDocument/2006/relationships/oleObject" Target="../embeddings/oleObject15.bin"/><Relationship Id="rId18" Type="http://schemas.openxmlformats.org/officeDocument/2006/relationships/image" Target="../media/image26.emf"/><Relationship Id="rId26" Type="http://schemas.openxmlformats.org/officeDocument/2006/relationships/image" Target="../media/image30.emf"/><Relationship Id="rId3" Type="http://schemas.openxmlformats.org/officeDocument/2006/relationships/oleObject" Target="../embeddings/oleObject10.bin"/><Relationship Id="rId21" Type="http://schemas.openxmlformats.org/officeDocument/2006/relationships/oleObject" Target="../embeddings/oleObject19.bin"/><Relationship Id="rId7" Type="http://schemas.openxmlformats.org/officeDocument/2006/relationships/oleObject" Target="../embeddings/oleObject12.bin"/><Relationship Id="rId12" Type="http://schemas.openxmlformats.org/officeDocument/2006/relationships/image" Target="../media/image23.emf"/><Relationship Id="rId17" Type="http://schemas.openxmlformats.org/officeDocument/2006/relationships/oleObject" Target="../embeddings/oleObject17.bin"/><Relationship Id="rId25" Type="http://schemas.openxmlformats.org/officeDocument/2006/relationships/oleObject" Target="../embeddings/oleObject21.bin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25.emf"/><Relationship Id="rId20" Type="http://schemas.openxmlformats.org/officeDocument/2006/relationships/image" Target="../media/image27.emf"/><Relationship Id="rId29" Type="http://schemas.openxmlformats.org/officeDocument/2006/relationships/image" Target="../media/image3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emf"/><Relationship Id="rId11" Type="http://schemas.openxmlformats.org/officeDocument/2006/relationships/oleObject" Target="../embeddings/oleObject14.bin"/><Relationship Id="rId24" Type="http://schemas.openxmlformats.org/officeDocument/2006/relationships/image" Target="../media/image29.emf"/><Relationship Id="rId5" Type="http://schemas.openxmlformats.org/officeDocument/2006/relationships/oleObject" Target="../embeddings/oleObject11.bin"/><Relationship Id="rId15" Type="http://schemas.openxmlformats.org/officeDocument/2006/relationships/oleObject" Target="../embeddings/oleObject16.bin"/><Relationship Id="rId23" Type="http://schemas.openxmlformats.org/officeDocument/2006/relationships/oleObject" Target="../embeddings/oleObject20.bin"/><Relationship Id="rId28" Type="http://schemas.openxmlformats.org/officeDocument/2006/relationships/image" Target="../media/image2.png"/><Relationship Id="rId10" Type="http://schemas.openxmlformats.org/officeDocument/2006/relationships/image" Target="../media/image22.emf"/><Relationship Id="rId19" Type="http://schemas.openxmlformats.org/officeDocument/2006/relationships/oleObject" Target="../embeddings/oleObject18.bin"/><Relationship Id="rId4" Type="http://schemas.openxmlformats.org/officeDocument/2006/relationships/image" Target="../media/image19.emf"/><Relationship Id="rId9" Type="http://schemas.openxmlformats.org/officeDocument/2006/relationships/oleObject" Target="../embeddings/oleObject13.bin"/><Relationship Id="rId14" Type="http://schemas.openxmlformats.org/officeDocument/2006/relationships/image" Target="../media/image24.emf"/><Relationship Id="rId22" Type="http://schemas.openxmlformats.org/officeDocument/2006/relationships/image" Target="../media/image28.emf"/><Relationship Id="rId27" Type="http://schemas.openxmlformats.org/officeDocument/2006/relationships/image" Target="../media/image1.jpeg"/><Relationship Id="rId30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emf"/><Relationship Id="rId13" Type="http://schemas.openxmlformats.org/officeDocument/2006/relationships/oleObject" Target="../embeddings/oleObject25.bin"/><Relationship Id="rId18" Type="http://schemas.openxmlformats.org/officeDocument/2006/relationships/image" Target="../media/image38.emf"/><Relationship Id="rId3" Type="http://schemas.openxmlformats.org/officeDocument/2006/relationships/image" Target="../media/image2.png"/><Relationship Id="rId7" Type="http://schemas.openxmlformats.org/officeDocument/2006/relationships/oleObject" Target="../embeddings/oleObject22.bin"/><Relationship Id="rId12" Type="http://schemas.openxmlformats.org/officeDocument/2006/relationships/image" Target="../media/image35.emf"/><Relationship Id="rId17" Type="http://schemas.openxmlformats.org/officeDocument/2006/relationships/oleObject" Target="../embeddings/oleObject27.bin"/><Relationship Id="rId2" Type="http://schemas.openxmlformats.org/officeDocument/2006/relationships/image" Target="../media/image1.jpeg"/><Relationship Id="rId16" Type="http://schemas.openxmlformats.org/officeDocument/2006/relationships/image" Target="../media/image37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11" Type="http://schemas.openxmlformats.org/officeDocument/2006/relationships/oleObject" Target="../embeddings/oleObject24.bin"/><Relationship Id="rId5" Type="http://schemas.openxmlformats.org/officeDocument/2006/relationships/image" Target="../media/image3.png"/><Relationship Id="rId15" Type="http://schemas.openxmlformats.org/officeDocument/2006/relationships/oleObject" Target="../embeddings/oleObject26.bin"/><Relationship Id="rId10" Type="http://schemas.openxmlformats.org/officeDocument/2006/relationships/image" Target="../media/image34.emf"/><Relationship Id="rId4" Type="http://schemas.openxmlformats.org/officeDocument/2006/relationships/image" Target="../media/image31.jpeg"/><Relationship Id="rId9" Type="http://schemas.openxmlformats.org/officeDocument/2006/relationships/oleObject" Target="../embeddings/oleObject23.bin"/><Relationship Id="rId14" Type="http://schemas.openxmlformats.org/officeDocument/2006/relationships/image" Target="../media/image36.emf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9.bin"/><Relationship Id="rId13" Type="http://schemas.openxmlformats.org/officeDocument/2006/relationships/image" Target="../media/image41.emf"/><Relationship Id="rId3" Type="http://schemas.openxmlformats.org/officeDocument/2006/relationships/image" Target="../media/image39.emf"/><Relationship Id="rId7" Type="http://schemas.openxmlformats.org/officeDocument/2006/relationships/image" Target="../media/image34.emf"/><Relationship Id="rId12" Type="http://schemas.openxmlformats.org/officeDocument/2006/relationships/oleObject" Target="../embeddings/oleObject30.bin"/><Relationship Id="rId17" Type="http://schemas.openxmlformats.org/officeDocument/2006/relationships/image" Target="../media/image42.emf"/><Relationship Id="rId2" Type="http://schemas.openxmlformats.org/officeDocument/2006/relationships/oleObject" Target="../embeddings/oleObject28.bin"/><Relationship Id="rId16" Type="http://schemas.openxmlformats.org/officeDocument/2006/relationships/oleObject" Target="../embeddings/oleObject31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3.bin"/><Relationship Id="rId11" Type="http://schemas.openxmlformats.org/officeDocument/2006/relationships/image" Target="../media/image36.emf"/><Relationship Id="rId5" Type="http://schemas.openxmlformats.org/officeDocument/2006/relationships/image" Target="../media/image35.emf"/><Relationship Id="rId15" Type="http://schemas.openxmlformats.org/officeDocument/2006/relationships/image" Target="../media/image38.emf"/><Relationship Id="rId10" Type="http://schemas.openxmlformats.org/officeDocument/2006/relationships/oleObject" Target="../embeddings/oleObject25.bin"/><Relationship Id="rId4" Type="http://schemas.openxmlformats.org/officeDocument/2006/relationships/oleObject" Target="../embeddings/oleObject24.bin"/><Relationship Id="rId9" Type="http://schemas.openxmlformats.org/officeDocument/2006/relationships/image" Target="../media/image40.emf"/><Relationship Id="rId14" Type="http://schemas.openxmlformats.org/officeDocument/2006/relationships/oleObject" Target="../embeddings/oleObject27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emf"/><Relationship Id="rId13" Type="http://schemas.openxmlformats.org/officeDocument/2006/relationships/oleObject" Target="../embeddings/oleObject15.bin"/><Relationship Id="rId18" Type="http://schemas.openxmlformats.org/officeDocument/2006/relationships/image" Target="../media/image26.emf"/><Relationship Id="rId26" Type="http://schemas.openxmlformats.org/officeDocument/2006/relationships/image" Target="../media/image30.emf"/><Relationship Id="rId3" Type="http://schemas.openxmlformats.org/officeDocument/2006/relationships/oleObject" Target="../embeddings/oleObject10.bin"/><Relationship Id="rId21" Type="http://schemas.openxmlformats.org/officeDocument/2006/relationships/oleObject" Target="../embeddings/oleObject19.bin"/><Relationship Id="rId7" Type="http://schemas.openxmlformats.org/officeDocument/2006/relationships/oleObject" Target="../embeddings/oleObject12.bin"/><Relationship Id="rId12" Type="http://schemas.openxmlformats.org/officeDocument/2006/relationships/image" Target="../media/image23.emf"/><Relationship Id="rId17" Type="http://schemas.openxmlformats.org/officeDocument/2006/relationships/oleObject" Target="../embeddings/oleObject17.bin"/><Relationship Id="rId25" Type="http://schemas.openxmlformats.org/officeDocument/2006/relationships/oleObject" Target="../embeddings/oleObject21.bin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25.emf"/><Relationship Id="rId20" Type="http://schemas.openxmlformats.org/officeDocument/2006/relationships/image" Target="../media/image27.emf"/><Relationship Id="rId29" Type="http://schemas.openxmlformats.org/officeDocument/2006/relationships/image" Target="../media/image3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emf"/><Relationship Id="rId11" Type="http://schemas.openxmlformats.org/officeDocument/2006/relationships/oleObject" Target="../embeddings/oleObject14.bin"/><Relationship Id="rId24" Type="http://schemas.openxmlformats.org/officeDocument/2006/relationships/image" Target="../media/image29.emf"/><Relationship Id="rId5" Type="http://schemas.openxmlformats.org/officeDocument/2006/relationships/oleObject" Target="../embeddings/oleObject11.bin"/><Relationship Id="rId15" Type="http://schemas.openxmlformats.org/officeDocument/2006/relationships/oleObject" Target="../embeddings/oleObject16.bin"/><Relationship Id="rId23" Type="http://schemas.openxmlformats.org/officeDocument/2006/relationships/oleObject" Target="../embeddings/oleObject20.bin"/><Relationship Id="rId28" Type="http://schemas.openxmlformats.org/officeDocument/2006/relationships/image" Target="../media/image2.png"/><Relationship Id="rId10" Type="http://schemas.openxmlformats.org/officeDocument/2006/relationships/image" Target="../media/image22.emf"/><Relationship Id="rId19" Type="http://schemas.openxmlformats.org/officeDocument/2006/relationships/oleObject" Target="../embeddings/oleObject18.bin"/><Relationship Id="rId4" Type="http://schemas.openxmlformats.org/officeDocument/2006/relationships/image" Target="../media/image19.emf"/><Relationship Id="rId9" Type="http://schemas.openxmlformats.org/officeDocument/2006/relationships/oleObject" Target="../embeddings/oleObject13.bin"/><Relationship Id="rId14" Type="http://schemas.openxmlformats.org/officeDocument/2006/relationships/image" Target="../media/image24.emf"/><Relationship Id="rId22" Type="http://schemas.openxmlformats.org/officeDocument/2006/relationships/image" Target="../media/image28.emf"/><Relationship Id="rId27" Type="http://schemas.openxmlformats.org/officeDocument/2006/relationships/image" Target="../media/image1.jpeg"/><Relationship Id="rId30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emf"/><Relationship Id="rId13" Type="http://schemas.openxmlformats.org/officeDocument/2006/relationships/oleObject" Target="../embeddings/oleObject25.bin"/><Relationship Id="rId18" Type="http://schemas.openxmlformats.org/officeDocument/2006/relationships/image" Target="../media/image38.emf"/><Relationship Id="rId3" Type="http://schemas.openxmlformats.org/officeDocument/2006/relationships/image" Target="../media/image2.png"/><Relationship Id="rId7" Type="http://schemas.openxmlformats.org/officeDocument/2006/relationships/oleObject" Target="../embeddings/oleObject22.bin"/><Relationship Id="rId12" Type="http://schemas.openxmlformats.org/officeDocument/2006/relationships/image" Target="../media/image35.emf"/><Relationship Id="rId17" Type="http://schemas.openxmlformats.org/officeDocument/2006/relationships/oleObject" Target="../embeddings/oleObject27.bin"/><Relationship Id="rId2" Type="http://schemas.openxmlformats.org/officeDocument/2006/relationships/image" Target="../media/image1.jpeg"/><Relationship Id="rId16" Type="http://schemas.openxmlformats.org/officeDocument/2006/relationships/image" Target="../media/image37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11" Type="http://schemas.openxmlformats.org/officeDocument/2006/relationships/oleObject" Target="../embeddings/oleObject24.bin"/><Relationship Id="rId5" Type="http://schemas.openxmlformats.org/officeDocument/2006/relationships/image" Target="../media/image3.png"/><Relationship Id="rId15" Type="http://schemas.openxmlformats.org/officeDocument/2006/relationships/oleObject" Target="../embeddings/oleObject26.bin"/><Relationship Id="rId10" Type="http://schemas.openxmlformats.org/officeDocument/2006/relationships/image" Target="../media/image34.emf"/><Relationship Id="rId4" Type="http://schemas.openxmlformats.org/officeDocument/2006/relationships/image" Target="../media/image31.jpeg"/><Relationship Id="rId9" Type="http://schemas.openxmlformats.org/officeDocument/2006/relationships/oleObject" Target="../embeddings/oleObject23.bin"/><Relationship Id="rId14" Type="http://schemas.openxmlformats.org/officeDocument/2006/relationships/image" Target="../media/image36.emf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9.bin"/><Relationship Id="rId13" Type="http://schemas.openxmlformats.org/officeDocument/2006/relationships/image" Target="../media/image41.emf"/><Relationship Id="rId3" Type="http://schemas.openxmlformats.org/officeDocument/2006/relationships/image" Target="../media/image39.emf"/><Relationship Id="rId7" Type="http://schemas.openxmlformats.org/officeDocument/2006/relationships/image" Target="../media/image34.emf"/><Relationship Id="rId12" Type="http://schemas.openxmlformats.org/officeDocument/2006/relationships/oleObject" Target="../embeddings/oleObject30.bin"/><Relationship Id="rId17" Type="http://schemas.openxmlformats.org/officeDocument/2006/relationships/image" Target="../media/image42.emf"/><Relationship Id="rId2" Type="http://schemas.openxmlformats.org/officeDocument/2006/relationships/oleObject" Target="../embeddings/oleObject28.bin"/><Relationship Id="rId16" Type="http://schemas.openxmlformats.org/officeDocument/2006/relationships/oleObject" Target="../embeddings/oleObject31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3.bin"/><Relationship Id="rId11" Type="http://schemas.openxmlformats.org/officeDocument/2006/relationships/image" Target="../media/image36.emf"/><Relationship Id="rId5" Type="http://schemas.openxmlformats.org/officeDocument/2006/relationships/image" Target="../media/image35.emf"/><Relationship Id="rId15" Type="http://schemas.openxmlformats.org/officeDocument/2006/relationships/image" Target="../media/image38.emf"/><Relationship Id="rId10" Type="http://schemas.openxmlformats.org/officeDocument/2006/relationships/oleObject" Target="../embeddings/oleObject25.bin"/><Relationship Id="rId4" Type="http://schemas.openxmlformats.org/officeDocument/2006/relationships/oleObject" Target="../embeddings/oleObject24.bin"/><Relationship Id="rId9" Type="http://schemas.openxmlformats.org/officeDocument/2006/relationships/image" Target="../media/image40.emf"/><Relationship Id="rId14" Type="http://schemas.openxmlformats.org/officeDocument/2006/relationships/oleObject" Target="../embeddings/oleObject27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DF08DF7C-1B55-574F-7DF9-14E75B03FAD7}"/>
              </a:ext>
            </a:extLst>
          </p:cNvPr>
          <p:cNvSpPr txBox="1"/>
          <p:nvPr/>
        </p:nvSpPr>
        <p:spPr>
          <a:xfrm>
            <a:off x="-105202" y="-266950"/>
            <a:ext cx="1529586" cy="271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1162" dirty="0"/>
              <a:t>Figure 5 : 22 11 2024 </a:t>
            </a:r>
          </a:p>
        </p:txBody>
      </p:sp>
      <p:grpSp>
        <p:nvGrpSpPr>
          <p:cNvPr id="33" name="Groupe 32">
            <a:extLst>
              <a:ext uri="{FF2B5EF4-FFF2-40B4-BE49-F238E27FC236}">
                <a16:creationId xmlns:a16="http://schemas.microsoft.com/office/drawing/2014/main" id="{7A592E41-7C96-CB17-28BB-82D2F72CCE6A}"/>
              </a:ext>
            </a:extLst>
          </p:cNvPr>
          <p:cNvGrpSpPr/>
          <p:nvPr/>
        </p:nvGrpSpPr>
        <p:grpSpPr>
          <a:xfrm>
            <a:off x="-296035" y="94845"/>
            <a:ext cx="7154035" cy="1377483"/>
            <a:chOff x="768327" y="283687"/>
            <a:chExt cx="12017254" cy="2313878"/>
          </a:xfrm>
        </p:grpSpPr>
        <p:sp>
          <p:nvSpPr>
            <p:cNvPr id="14" name="ZoneTexte 13">
              <a:extLst>
                <a:ext uri="{FF2B5EF4-FFF2-40B4-BE49-F238E27FC236}">
                  <a16:creationId xmlns:a16="http://schemas.microsoft.com/office/drawing/2014/main" id="{23CF83CD-ED53-2809-B20D-94C6F8F83730}"/>
                </a:ext>
              </a:extLst>
            </p:cNvPr>
            <p:cNvSpPr txBox="1"/>
            <p:nvPr/>
          </p:nvSpPr>
          <p:spPr>
            <a:xfrm>
              <a:off x="768327" y="283687"/>
              <a:ext cx="2723264" cy="9693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b="1" dirty="0">
                  <a:latin typeface="Arial" panose="020B0604020202020204" pitchFamily="34" charset="0"/>
                  <a:cs typeface="Arial" panose="020B0604020202020204" pitchFamily="34" charset="0"/>
                </a:rPr>
                <a:t>Fresh Frozen </a:t>
              </a:r>
            </a:p>
            <a:p>
              <a:pPr algn="ctr"/>
              <a:r>
                <a:rPr lang="en-US" sz="1050" b="1" dirty="0">
                  <a:latin typeface="Arial" panose="020B0604020202020204" pitchFamily="34" charset="0"/>
                  <a:cs typeface="Arial" panose="020B0604020202020204" pitchFamily="34" charset="0"/>
                </a:rPr>
                <a:t>Post-mortem</a:t>
              </a:r>
            </a:p>
            <a:p>
              <a:pPr algn="ctr"/>
              <a:r>
                <a:rPr lang="en-US" sz="1050" b="1" dirty="0">
                  <a:latin typeface="Arial" panose="020B0604020202020204" pitchFamily="34" charset="0"/>
                  <a:cs typeface="Arial" panose="020B0604020202020204" pitchFamily="34" charset="0"/>
                </a:rPr>
                <a:t>human brain </a:t>
              </a:r>
            </a:p>
          </p:txBody>
        </p:sp>
        <p:pic>
          <p:nvPicPr>
            <p:cNvPr id="15" name="Picture 6" descr="Larger Sample Size Needed to Increase Reproducibility in ...">
              <a:extLst>
                <a:ext uri="{FF2B5EF4-FFF2-40B4-BE49-F238E27FC236}">
                  <a16:creationId xmlns:a16="http://schemas.microsoft.com/office/drawing/2014/main" id="{0E369434-30BB-1DD0-2138-AF233ED0656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57525" y="1043668"/>
              <a:ext cx="1477251" cy="116210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F2186BFA-3D4E-4B9A-D53F-1F0E649F207F}"/>
                </a:ext>
              </a:extLst>
            </p:cNvPr>
            <p:cNvSpPr/>
            <p:nvPr/>
          </p:nvSpPr>
          <p:spPr>
            <a:xfrm>
              <a:off x="2857525" y="1554412"/>
              <a:ext cx="634066" cy="393965"/>
            </a:xfrm>
            <a:prstGeom prst="rect">
              <a:avLst/>
            </a:prstGeom>
            <a:solidFill>
              <a:srgbClr val="CCECFF">
                <a:alpha val="32157"/>
              </a:srgbClr>
            </a:solidFill>
            <a:ln w="9525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PF</a:t>
              </a:r>
            </a:p>
          </p:txBody>
        </p:sp>
        <p:cxnSp>
          <p:nvCxnSpPr>
            <p:cNvPr id="17" name="Connecteur droit 16">
              <a:extLst>
                <a:ext uri="{FF2B5EF4-FFF2-40B4-BE49-F238E27FC236}">
                  <a16:creationId xmlns:a16="http://schemas.microsoft.com/office/drawing/2014/main" id="{7737AD04-F842-8032-4843-8AD01170F31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07730" y="1845804"/>
              <a:ext cx="6358792" cy="6859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8" name="Image 17">
              <a:extLst>
                <a:ext uri="{FF2B5EF4-FFF2-40B4-BE49-F238E27FC236}">
                  <a16:creationId xmlns:a16="http://schemas.microsoft.com/office/drawing/2014/main" id="{2CF8A7B7-51A1-2031-13A5-100B931ED4B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294810" y="1077438"/>
              <a:ext cx="736798" cy="1462434"/>
            </a:xfrm>
            <a:prstGeom prst="rect">
              <a:avLst/>
            </a:prstGeom>
          </p:spPr>
        </p:pic>
        <p:pic>
          <p:nvPicPr>
            <p:cNvPr id="19" name="Picture 20" descr="AutoPiquer - Kilgour Laboratory">
              <a:extLst>
                <a:ext uri="{FF2B5EF4-FFF2-40B4-BE49-F238E27FC236}">
                  <a16:creationId xmlns:a16="http://schemas.microsoft.com/office/drawing/2014/main" id="{2F42777F-8230-B312-EAD4-E26B1A9428D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75721" y="1119563"/>
              <a:ext cx="988411" cy="84604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0" name="ZoneTexte 19">
              <a:extLst>
                <a:ext uri="{FF2B5EF4-FFF2-40B4-BE49-F238E27FC236}">
                  <a16:creationId xmlns:a16="http://schemas.microsoft.com/office/drawing/2014/main" id="{511C7C33-9520-DA9E-4E08-79C1CFB3C37B}"/>
                </a:ext>
              </a:extLst>
            </p:cNvPr>
            <p:cNvSpPr txBox="1"/>
            <p:nvPr/>
          </p:nvSpPr>
          <p:spPr>
            <a:xfrm>
              <a:off x="4617354" y="421396"/>
              <a:ext cx="1852970" cy="7237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CH" sz="1050" b="1" dirty="0" err="1">
                  <a:latin typeface="Arial" panose="020B0604020202020204" pitchFamily="34" charset="0"/>
                  <a:cs typeface="Arial" panose="020B0604020202020204" pitchFamily="34" charset="0"/>
                </a:rPr>
                <a:t>BioFluid</a:t>
              </a:r>
              <a:r>
                <a:rPr lang="fr-CH" sz="1050" b="1" dirty="0">
                  <a:latin typeface="Arial" panose="020B0604020202020204" pitchFamily="34" charset="0"/>
                  <a:cs typeface="Arial" panose="020B0604020202020204" pitchFamily="34" charset="0"/>
                </a:rPr>
                <a:t> Extraction</a:t>
              </a:r>
            </a:p>
          </p:txBody>
        </p:sp>
        <p:sp>
          <p:nvSpPr>
            <p:cNvPr id="21" name="ZoneTexte 20">
              <a:extLst>
                <a:ext uri="{FF2B5EF4-FFF2-40B4-BE49-F238E27FC236}">
                  <a16:creationId xmlns:a16="http://schemas.microsoft.com/office/drawing/2014/main" id="{4A1C50C7-3450-D331-7DE4-D8DEB44AE614}"/>
                </a:ext>
              </a:extLst>
            </p:cNvPr>
            <p:cNvSpPr txBox="1"/>
            <p:nvPr/>
          </p:nvSpPr>
          <p:spPr>
            <a:xfrm>
              <a:off x="6704274" y="409718"/>
              <a:ext cx="1852970" cy="7237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CH" sz="1050" b="1" dirty="0">
                  <a:latin typeface="Arial" panose="020B0604020202020204" pitchFamily="34" charset="0"/>
                  <a:cs typeface="Arial" panose="020B0604020202020204" pitchFamily="34" charset="0"/>
                </a:rPr>
                <a:t>BD-EV Extraction</a:t>
              </a:r>
            </a:p>
          </p:txBody>
        </p:sp>
        <p:sp>
          <p:nvSpPr>
            <p:cNvPr id="22" name="ZoneTexte 21">
              <a:extLst>
                <a:ext uri="{FF2B5EF4-FFF2-40B4-BE49-F238E27FC236}">
                  <a16:creationId xmlns:a16="http://schemas.microsoft.com/office/drawing/2014/main" id="{BCAD5311-636B-F779-FC25-9BAD6A35DE99}"/>
                </a:ext>
              </a:extLst>
            </p:cNvPr>
            <p:cNvSpPr txBox="1"/>
            <p:nvPr/>
          </p:nvSpPr>
          <p:spPr>
            <a:xfrm>
              <a:off x="8425513" y="416575"/>
              <a:ext cx="2441009" cy="7237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CH" sz="1050" b="1" dirty="0">
                  <a:latin typeface="Arial" panose="020B0604020202020204" pitchFamily="34" charset="0"/>
                  <a:cs typeface="Arial" panose="020B0604020202020204" pitchFamily="34" charset="0"/>
                </a:rPr>
                <a:t>Mass </a:t>
              </a:r>
            </a:p>
            <a:p>
              <a:pPr algn="ctr"/>
              <a:r>
                <a:rPr lang="fr-CH" sz="1050" b="1" dirty="0" err="1">
                  <a:latin typeface="Arial" panose="020B0604020202020204" pitchFamily="34" charset="0"/>
                  <a:cs typeface="Arial" panose="020B0604020202020204" pitchFamily="34" charset="0"/>
                </a:rPr>
                <a:t>Spectrometry</a:t>
              </a:r>
              <a:endParaRPr lang="fr-CH" sz="10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23" name="Picture 57">
              <a:extLst>
                <a:ext uri="{FF2B5EF4-FFF2-40B4-BE49-F238E27FC236}">
                  <a16:creationId xmlns:a16="http://schemas.microsoft.com/office/drawing/2014/main" id="{A8A2FD2C-5756-FE4D-F07A-8494428556D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38333" r="56343" b="41226"/>
            <a:stretch/>
          </p:blipFill>
          <p:spPr>
            <a:xfrm>
              <a:off x="5284103" y="1010697"/>
              <a:ext cx="484876" cy="1586868"/>
            </a:xfrm>
            <a:prstGeom prst="rect">
              <a:avLst/>
            </a:prstGeom>
          </p:spPr>
        </p:pic>
        <p:sp>
          <p:nvSpPr>
            <p:cNvPr id="25" name="ZoneTexte 24">
              <a:extLst>
                <a:ext uri="{FF2B5EF4-FFF2-40B4-BE49-F238E27FC236}">
                  <a16:creationId xmlns:a16="http://schemas.microsoft.com/office/drawing/2014/main" id="{F5417F04-E41C-6663-B64F-21C5515BBDE2}"/>
                </a:ext>
              </a:extLst>
            </p:cNvPr>
            <p:cNvSpPr txBox="1"/>
            <p:nvPr/>
          </p:nvSpPr>
          <p:spPr>
            <a:xfrm>
              <a:off x="10629803" y="384763"/>
              <a:ext cx="2155778" cy="7237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CH" sz="1050" b="1" dirty="0" err="1">
                  <a:latin typeface="Arial" panose="020B0604020202020204" pitchFamily="34" charset="0"/>
                  <a:cs typeface="Arial" panose="020B0604020202020204" pitchFamily="34" charset="0"/>
                </a:rPr>
                <a:t>Linear</a:t>
              </a:r>
              <a:r>
                <a:rPr lang="fr-CH" sz="1050" b="1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</a:p>
            <a:p>
              <a:pPr algn="ctr"/>
              <a:r>
                <a:rPr lang="en-AE" sz="1050" b="1" dirty="0">
                  <a:latin typeface="Arial" panose="020B0604020202020204" pitchFamily="34" charset="0"/>
                  <a:cs typeface="Arial" panose="020B0604020202020204" pitchFamily="34" charset="0"/>
                </a:rPr>
                <a:t>correlation</a:t>
              </a:r>
            </a:p>
          </p:txBody>
        </p:sp>
        <p:pic>
          <p:nvPicPr>
            <p:cNvPr id="31" name="Picture 4" descr="Linear regression - Free arrows icons">
              <a:extLst>
                <a:ext uri="{FF2B5EF4-FFF2-40B4-BE49-F238E27FC236}">
                  <a16:creationId xmlns:a16="http://schemas.microsoft.com/office/drawing/2014/main" id="{FABAB3EF-5E59-0345-0962-6DC569C7589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084790" y="1295070"/>
              <a:ext cx="917575" cy="9175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5" name="Rectangle 34">
            <a:extLst>
              <a:ext uri="{FF2B5EF4-FFF2-40B4-BE49-F238E27FC236}">
                <a16:creationId xmlns:a16="http://schemas.microsoft.com/office/drawing/2014/main" id="{84C9B90E-D12E-39B5-6D1B-BDA0E99738FA}"/>
              </a:ext>
            </a:extLst>
          </p:cNvPr>
          <p:cNvSpPr/>
          <p:nvPr/>
        </p:nvSpPr>
        <p:spPr>
          <a:xfrm>
            <a:off x="5079752" y="644361"/>
            <a:ext cx="729915" cy="234533"/>
          </a:xfrm>
          <a:prstGeom prst="rect">
            <a:avLst/>
          </a:prstGeom>
          <a:noFill/>
          <a:ln w="9525"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WGCNA</a:t>
            </a:r>
          </a:p>
        </p:txBody>
      </p:sp>
      <p:pic>
        <p:nvPicPr>
          <p:cNvPr id="52" name="Picture 2" descr="A group of graphs and diagrams&#10;&#10;Description automatically generated">
            <a:extLst>
              <a:ext uri="{FF2B5EF4-FFF2-40B4-BE49-F238E27FC236}">
                <a16:creationId xmlns:a16="http://schemas.microsoft.com/office/drawing/2014/main" id="{F29416B3-B6DB-D276-DE18-13B613E60784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38" t="1099" r="42408" b="67090"/>
          <a:stretch/>
        </p:blipFill>
        <p:spPr bwMode="auto">
          <a:xfrm>
            <a:off x="243870" y="1175967"/>
            <a:ext cx="1806042" cy="949166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54" name="Picture 2" descr="A group of graphs and diagrams&#10;&#10;Description automatically generated">
            <a:extLst>
              <a:ext uri="{FF2B5EF4-FFF2-40B4-BE49-F238E27FC236}">
                <a16:creationId xmlns:a16="http://schemas.microsoft.com/office/drawing/2014/main" id="{78FAA795-D6A7-9542-54A7-12D6F636A646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38" t="1099" r="1088" b="67090"/>
          <a:stretch/>
        </p:blipFill>
        <p:spPr bwMode="auto">
          <a:xfrm>
            <a:off x="7104865" y="4426496"/>
            <a:ext cx="3589041" cy="949166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grpSp>
        <p:nvGrpSpPr>
          <p:cNvPr id="70" name="Groupe 69">
            <a:extLst>
              <a:ext uri="{FF2B5EF4-FFF2-40B4-BE49-F238E27FC236}">
                <a16:creationId xmlns:a16="http://schemas.microsoft.com/office/drawing/2014/main" id="{21AA68B0-87FE-FFCD-DA48-985F292439A3}"/>
              </a:ext>
            </a:extLst>
          </p:cNvPr>
          <p:cNvGrpSpPr/>
          <p:nvPr/>
        </p:nvGrpSpPr>
        <p:grpSpPr>
          <a:xfrm>
            <a:off x="3103031" y="1290280"/>
            <a:ext cx="3723725" cy="1471215"/>
            <a:chOff x="3076631" y="1426966"/>
            <a:chExt cx="3164749" cy="1210046"/>
          </a:xfrm>
        </p:grpSpPr>
        <p:graphicFrame>
          <p:nvGraphicFramePr>
            <p:cNvPr id="59" name="Objet 58">
              <a:extLst>
                <a:ext uri="{FF2B5EF4-FFF2-40B4-BE49-F238E27FC236}">
                  <a16:creationId xmlns:a16="http://schemas.microsoft.com/office/drawing/2014/main" id="{62F6996C-F342-A40F-7A7F-BA4E07D9074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8201782"/>
                </p:ext>
              </p:extLst>
            </p:nvPr>
          </p:nvGraphicFramePr>
          <p:xfrm>
            <a:off x="3076631" y="1502383"/>
            <a:ext cx="962176" cy="113462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Prism 10" r:id="rId8" imgW="3515645" imgH="4147174" progId="Prism10.Document">
                    <p:embed/>
                  </p:oleObj>
                </mc:Choice>
                <mc:Fallback>
                  <p:oleObj name="Prism 10" r:id="rId8" imgW="3515645" imgH="4147174" progId="Prism10.Document">
                    <p:embed/>
                    <p:pic>
                      <p:nvPicPr>
                        <p:cNvPr id="59" name="Objet 58">
                          <a:extLst>
                            <a:ext uri="{FF2B5EF4-FFF2-40B4-BE49-F238E27FC236}">
                              <a16:creationId xmlns:a16="http://schemas.microsoft.com/office/drawing/2014/main" id="{62F6996C-F342-A40F-7A7F-BA4E07D90746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3076631" y="1502383"/>
                          <a:ext cx="962176" cy="1134629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0" name="Objet 59">
              <a:extLst>
                <a:ext uri="{FF2B5EF4-FFF2-40B4-BE49-F238E27FC236}">
                  <a16:creationId xmlns:a16="http://schemas.microsoft.com/office/drawing/2014/main" id="{156AC5DB-15FB-4DDB-4A84-F3CA8D46951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28881100"/>
                </p:ext>
              </p:extLst>
            </p:nvPr>
          </p:nvGraphicFramePr>
          <p:xfrm>
            <a:off x="4026178" y="1472328"/>
            <a:ext cx="734429" cy="11578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Prism 10" r:id="rId10" imgW="2698497" imgH="4255220" progId="Prism10.Document">
                    <p:embed/>
                  </p:oleObj>
                </mc:Choice>
                <mc:Fallback>
                  <p:oleObj name="Prism 10" r:id="rId10" imgW="2698497" imgH="4255220" progId="Prism10.Document">
                    <p:embed/>
                    <p:pic>
                      <p:nvPicPr>
                        <p:cNvPr id="60" name="Objet 59">
                          <a:extLst>
                            <a:ext uri="{FF2B5EF4-FFF2-40B4-BE49-F238E27FC236}">
                              <a16:creationId xmlns:a16="http://schemas.microsoft.com/office/drawing/2014/main" id="{156AC5DB-15FB-4DDB-4A84-F3CA8D46951D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1"/>
                        <a:stretch>
                          <a:fillRect/>
                        </a:stretch>
                      </p:blipFill>
                      <p:spPr>
                        <a:xfrm>
                          <a:off x="4026178" y="1472328"/>
                          <a:ext cx="734429" cy="115780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5" name="Objet 64">
              <a:extLst>
                <a:ext uri="{FF2B5EF4-FFF2-40B4-BE49-F238E27FC236}">
                  <a16:creationId xmlns:a16="http://schemas.microsoft.com/office/drawing/2014/main" id="{D9365349-0ED4-0FFF-C8DE-044795361F7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27615014"/>
                </p:ext>
              </p:extLst>
            </p:nvPr>
          </p:nvGraphicFramePr>
          <p:xfrm>
            <a:off x="5506952" y="1426966"/>
            <a:ext cx="734428" cy="12031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Prism 10" r:id="rId12" imgW="2698497" imgH="4421611" progId="Prism10.Document">
                    <p:embed/>
                  </p:oleObj>
                </mc:Choice>
                <mc:Fallback>
                  <p:oleObj name="Prism 10" r:id="rId12" imgW="2698497" imgH="4421611" progId="Prism10.Document">
                    <p:embed/>
                    <p:pic>
                      <p:nvPicPr>
                        <p:cNvPr id="65" name="Objet 64">
                          <a:extLst>
                            <a:ext uri="{FF2B5EF4-FFF2-40B4-BE49-F238E27FC236}">
                              <a16:creationId xmlns:a16="http://schemas.microsoft.com/office/drawing/2014/main" id="{D9365349-0ED4-0FFF-C8DE-044795361F77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3"/>
                        <a:stretch>
                          <a:fillRect/>
                        </a:stretch>
                      </p:blipFill>
                      <p:spPr>
                        <a:xfrm>
                          <a:off x="5506952" y="1426966"/>
                          <a:ext cx="734428" cy="1203166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7" name="Objet 66">
              <a:extLst>
                <a:ext uri="{FF2B5EF4-FFF2-40B4-BE49-F238E27FC236}">
                  <a16:creationId xmlns:a16="http://schemas.microsoft.com/office/drawing/2014/main" id="{8EF0DCF6-394A-9EB3-24E4-B9E6E29F80E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69388974"/>
                </p:ext>
              </p:extLst>
            </p:nvPr>
          </p:nvGraphicFramePr>
          <p:xfrm>
            <a:off x="4775051" y="1507450"/>
            <a:ext cx="729914" cy="11244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Prism 10" r:id="rId14" imgW="2698497" imgH="4157618" progId="Prism10.Document">
                    <p:embed/>
                  </p:oleObj>
                </mc:Choice>
                <mc:Fallback>
                  <p:oleObj name="Prism 10" r:id="rId14" imgW="2698497" imgH="4157618" progId="Prism10.Document">
                    <p:embed/>
                    <p:pic>
                      <p:nvPicPr>
                        <p:cNvPr id="67" name="Objet 66">
                          <a:extLst>
                            <a:ext uri="{FF2B5EF4-FFF2-40B4-BE49-F238E27FC236}">
                              <a16:creationId xmlns:a16="http://schemas.microsoft.com/office/drawing/2014/main" id="{8EF0DCF6-394A-9EB3-24E4-B9E6E29F80E6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5"/>
                        <a:stretch>
                          <a:fillRect/>
                        </a:stretch>
                      </p:blipFill>
                      <p:spPr>
                        <a:xfrm>
                          <a:off x="4775051" y="1507450"/>
                          <a:ext cx="729914" cy="1124496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72" name="Object 7">
            <a:extLst>
              <a:ext uri="{FF2B5EF4-FFF2-40B4-BE49-F238E27FC236}">
                <a16:creationId xmlns:a16="http://schemas.microsoft.com/office/drawing/2014/main" id="{489CC8AB-A665-0CAA-9632-F945B071DA8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43441319"/>
              </p:ext>
            </p:extLst>
          </p:nvPr>
        </p:nvGraphicFramePr>
        <p:xfrm>
          <a:off x="4186799" y="2622977"/>
          <a:ext cx="957273" cy="14518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rism 9" r:id="rId16" imgW="2142087" imgH="3246068" progId="Prism9.Document">
                  <p:embed/>
                </p:oleObj>
              </mc:Choice>
              <mc:Fallback>
                <p:oleObj name="Prism 9" r:id="rId16" imgW="2142087" imgH="3246068" progId="Prism9.Document">
                  <p:embed/>
                  <p:pic>
                    <p:nvPicPr>
                      <p:cNvPr id="72" name="Object 7">
                        <a:extLst>
                          <a:ext uri="{FF2B5EF4-FFF2-40B4-BE49-F238E27FC236}">
                            <a16:creationId xmlns:a16="http://schemas.microsoft.com/office/drawing/2014/main" id="{489CC8AB-A665-0CAA-9632-F945B071DA8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4186799" y="2622977"/>
                        <a:ext cx="957273" cy="145184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" name="Objet 74">
            <a:extLst>
              <a:ext uri="{FF2B5EF4-FFF2-40B4-BE49-F238E27FC236}">
                <a16:creationId xmlns:a16="http://schemas.microsoft.com/office/drawing/2014/main" id="{6CB94D3C-19F4-B126-50E6-71F39B81262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50897943"/>
              </p:ext>
            </p:extLst>
          </p:nvPr>
        </p:nvGraphicFramePr>
        <p:xfrm>
          <a:off x="5035793" y="2618082"/>
          <a:ext cx="968653" cy="1462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rism 10" r:id="rId18" imgW="2181702" imgH="3294689" progId="Prism10.Document">
                  <p:embed/>
                </p:oleObj>
              </mc:Choice>
              <mc:Fallback>
                <p:oleObj name="Prism 10" r:id="rId18" imgW="2181702" imgH="3294689" progId="Prism10.Document">
                  <p:embed/>
                  <p:pic>
                    <p:nvPicPr>
                      <p:cNvPr id="75" name="Objet 74">
                        <a:extLst>
                          <a:ext uri="{FF2B5EF4-FFF2-40B4-BE49-F238E27FC236}">
                            <a16:creationId xmlns:a16="http://schemas.microsoft.com/office/drawing/2014/main" id="{6CB94D3C-19F4-B126-50E6-71F39B81262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5035793" y="2618082"/>
                        <a:ext cx="968653" cy="14628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" name="Objet 75">
            <a:extLst>
              <a:ext uri="{FF2B5EF4-FFF2-40B4-BE49-F238E27FC236}">
                <a16:creationId xmlns:a16="http://schemas.microsoft.com/office/drawing/2014/main" id="{4504D88D-3D97-1BF2-BF69-C0F325A1B04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69997888"/>
              </p:ext>
            </p:extLst>
          </p:nvPr>
        </p:nvGraphicFramePr>
        <p:xfrm>
          <a:off x="5973657" y="2715920"/>
          <a:ext cx="858834" cy="13251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rism 10" r:id="rId20" imgW="2698497" imgH="4163741" progId="Prism10.Document">
                  <p:embed/>
                </p:oleObj>
              </mc:Choice>
              <mc:Fallback>
                <p:oleObj name="Prism 10" r:id="rId20" imgW="2698497" imgH="4163741" progId="Prism10.Document">
                  <p:embed/>
                  <p:pic>
                    <p:nvPicPr>
                      <p:cNvPr id="76" name="Objet 75">
                        <a:extLst>
                          <a:ext uri="{FF2B5EF4-FFF2-40B4-BE49-F238E27FC236}">
                            <a16:creationId xmlns:a16="http://schemas.microsoft.com/office/drawing/2014/main" id="{4504D88D-3D97-1BF2-BF69-C0F325A1B04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5973657" y="2715920"/>
                        <a:ext cx="858834" cy="132513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8" name="Rectangle 77">
            <a:extLst>
              <a:ext uri="{FF2B5EF4-FFF2-40B4-BE49-F238E27FC236}">
                <a16:creationId xmlns:a16="http://schemas.microsoft.com/office/drawing/2014/main" id="{3A2E72CE-16B8-1185-0485-DDAF0EE18AF0}"/>
              </a:ext>
            </a:extLst>
          </p:cNvPr>
          <p:cNvSpPr/>
          <p:nvPr/>
        </p:nvSpPr>
        <p:spPr>
          <a:xfrm>
            <a:off x="5061156" y="1557665"/>
            <a:ext cx="77127" cy="24620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14A822FD-4B2F-4FC2-29B2-1CE37C7A0664}"/>
              </a:ext>
            </a:extLst>
          </p:cNvPr>
          <p:cNvSpPr/>
          <p:nvPr/>
        </p:nvSpPr>
        <p:spPr>
          <a:xfrm>
            <a:off x="5920777" y="1619952"/>
            <a:ext cx="77127" cy="24620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pic>
        <p:nvPicPr>
          <p:cNvPr id="81" name="Image 80">
            <a:extLst>
              <a:ext uri="{FF2B5EF4-FFF2-40B4-BE49-F238E27FC236}">
                <a16:creationId xmlns:a16="http://schemas.microsoft.com/office/drawing/2014/main" id="{C4FBDB4C-BC8C-E8C1-E023-41733A4CA022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2193917" y="1400879"/>
            <a:ext cx="796242" cy="594338"/>
          </a:xfrm>
          <a:prstGeom prst="rect">
            <a:avLst/>
          </a:prstGeom>
        </p:spPr>
      </p:pic>
      <p:grpSp>
        <p:nvGrpSpPr>
          <p:cNvPr id="108" name="Groupe 107">
            <a:extLst>
              <a:ext uri="{FF2B5EF4-FFF2-40B4-BE49-F238E27FC236}">
                <a16:creationId xmlns:a16="http://schemas.microsoft.com/office/drawing/2014/main" id="{5BFB1EB5-1CA8-1C8F-D9C4-4EBD1E09E9AA}"/>
              </a:ext>
            </a:extLst>
          </p:cNvPr>
          <p:cNvGrpSpPr/>
          <p:nvPr/>
        </p:nvGrpSpPr>
        <p:grpSpPr>
          <a:xfrm>
            <a:off x="5639" y="2087514"/>
            <a:ext cx="3121618" cy="1573494"/>
            <a:chOff x="-4494943" y="1359283"/>
            <a:chExt cx="4131965" cy="2095104"/>
          </a:xfrm>
        </p:grpSpPr>
        <p:sp>
          <p:nvSpPr>
            <p:cNvPr id="12" name="ZoneTexte 11">
              <a:extLst>
                <a:ext uri="{FF2B5EF4-FFF2-40B4-BE49-F238E27FC236}">
                  <a16:creationId xmlns:a16="http://schemas.microsoft.com/office/drawing/2014/main" id="{9805397A-0E00-6CCB-98AD-3C9E3C9EC25D}"/>
                </a:ext>
              </a:extLst>
            </p:cNvPr>
            <p:cNvSpPr txBox="1"/>
            <p:nvPr/>
          </p:nvSpPr>
          <p:spPr>
            <a:xfrm>
              <a:off x="-1425076" y="1901395"/>
              <a:ext cx="343460" cy="3334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CH" sz="1000"/>
                <a:t>a</a:t>
              </a:r>
            </a:p>
          </p:txBody>
        </p:sp>
        <p:grpSp>
          <p:nvGrpSpPr>
            <p:cNvPr id="82" name="Group 28">
              <a:extLst>
                <a:ext uri="{FF2B5EF4-FFF2-40B4-BE49-F238E27FC236}">
                  <a16:creationId xmlns:a16="http://schemas.microsoft.com/office/drawing/2014/main" id="{4E1EA3CF-E111-92DA-F854-07FBF0519FE9}"/>
                </a:ext>
              </a:extLst>
            </p:cNvPr>
            <p:cNvGrpSpPr/>
            <p:nvPr/>
          </p:nvGrpSpPr>
          <p:grpSpPr>
            <a:xfrm>
              <a:off x="-4494943" y="1359283"/>
              <a:ext cx="4131965" cy="2095104"/>
              <a:chOff x="514588" y="878468"/>
              <a:chExt cx="10891143" cy="5522331"/>
            </a:xfrm>
          </p:grpSpPr>
          <p:pic>
            <p:nvPicPr>
              <p:cNvPr id="83" name="Picture 3">
                <a:extLst>
                  <a:ext uri="{FF2B5EF4-FFF2-40B4-BE49-F238E27FC236}">
                    <a16:creationId xmlns:a16="http://schemas.microsoft.com/office/drawing/2014/main" id="{B70E852B-E2B4-47C2-8B4F-C6B0F8D8AE9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3"/>
              <a:srcRect t="9548" r="2240"/>
              <a:stretch/>
            </p:blipFill>
            <p:spPr>
              <a:xfrm>
                <a:off x="514588" y="878468"/>
                <a:ext cx="10891143" cy="5522331"/>
              </a:xfrm>
              <a:prstGeom prst="rect">
                <a:avLst/>
              </a:prstGeom>
            </p:spPr>
          </p:pic>
          <p:sp>
            <p:nvSpPr>
              <p:cNvPr id="84" name="Rectangle: Rounded Corners 4">
                <a:extLst>
                  <a:ext uri="{FF2B5EF4-FFF2-40B4-BE49-F238E27FC236}">
                    <a16:creationId xmlns:a16="http://schemas.microsoft.com/office/drawing/2014/main" id="{6855EDCF-5E59-050A-2823-46343C6E0494}"/>
                  </a:ext>
                </a:extLst>
              </p:cNvPr>
              <p:cNvSpPr/>
              <p:nvPr/>
            </p:nvSpPr>
            <p:spPr>
              <a:xfrm>
                <a:off x="6915855" y="2540370"/>
                <a:ext cx="518474" cy="2422689"/>
              </a:xfrm>
              <a:prstGeom prst="roundRect">
                <a:avLst/>
              </a:prstGeom>
              <a:solidFill>
                <a:srgbClr val="FFC0CB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H" sz="200"/>
              </a:p>
            </p:txBody>
          </p:sp>
          <p:sp>
            <p:nvSpPr>
              <p:cNvPr id="85" name="Rectangle: Rounded Corners 5">
                <a:extLst>
                  <a:ext uri="{FF2B5EF4-FFF2-40B4-BE49-F238E27FC236}">
                    <a16:creationId xmlns:a16="http://schemas.microsoft.com/office/drawing/2014/main" id="{EEBA836D-6200-0ACC-1616-1B8CB49630B6}"/>
                  </a:ext>
                </a:extLst>
              </p:cNvPr>
              <p:cNvSpPr/>
              <p:nvPr/>
            </p:nvSpPr>
            <p:spPr>
              <a:xfrm>
                <a:off x="8122676" y="2545233"/>
                <a:ext cx="518474" cy="2422689"/>
              </a:xfrm>
              <a:prstGeom prst="roundRect">
                <a:avLst/>
              </a:prstGeom>
              <a:solidFill>
                <a:srgbClr val="ADFF2F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H" sz="200"/>
              </a:p>
            </p:txBody>
          </p:sp>
          <p:sp>
            <p:nvSpPr>
              <p:cNvPr id="86" name="Rectangle: Rounded Corners 6">
                <a:extLst>
                  <a:ext uri="{FF2B5EF4-FFF2-40B4-BE49-F238E27FC236}">
                    <a16:creationId xmlns:a16="http://schemas.microsoft.com/office/drawing/2014/main" id="{07CD88B5-0E54-70D8-9846-D5A6BED9295B}"/>
                  </a:ext>
                </a:extLst>
              </p:cNvPr>
              <p:cNvSpPr/>
              <p:nvPr/>
            </p:nvSpPr>
            <p:spPr>
              <a:xfrm>
                <a:off x="5264523" y="2545234"/>
                <a:ext cx="518474" cy="2422689"/>
              </a:xfrm>
              <a:prstGeom prst="roundRect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H" sz="200"/>
              </a:p>
            </p:txBody>
          </p:sp>
          <p:sp>
            <p:nvSpPr>
              <p:cNvPr id="87" name="Rectangle: Rounded Corners 7">
                <a:extLst>
                  <a:ext uri="{FF2B5EF4-FFF2-40B4-BE49-F238E27FC236}">
                    <a16:creationId xmlns:a16="http://schemas.microsoft.com/office/drawing/2014/main" id="{B5740A23-2A12-8974-74EC-B8347806DCD4}"/>
                  </a:ext>
                </a:extLst>
              </p:cNvPr>
              <p:cNvSpPr/>
              <p:nvPr/>
            </p:nvSpPr>
            <p:spPr>
              <a:xfrm>
                <a:off x="6091952" y="2545234"/>
                <a:ext cx="518474" cy="2422689"/>
              </a:xfrm>
              <a:prstGeom prst="roundRect">
                <a:avLst/>
              </a:prstGeom>
              <a:solidFill>
                <a:srgbClr val="0000FF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H" sz="200"/>
              </a:p>
            </p:txBody>
          </p:sp>
          <p:sp>
            <p:nvSpPr>
              <p:cNvPr id="88" name="Rectangle: Rounded Corners 8">
                <a:extLst>
                  <a:ext uri="{FF2B5EF4-FFF2-40B4-BE49-F238E27FC236}">
                    <a16:creationId xmlns:a16="http://schemas.microsoft.com/office/drawing/2014/main" id="{CA1DEF26-6942-347A-D589-8CF412C47AFB}"/>
                  </a:ext>
                </a:extLst>
              </p:cNvPr>
              <p:cNvSpPr/>
              <p:nvPr/>
            </p:nvSpPr>
            <p:spPr>
              <a:xfrm>
                <a:off x="4246323" y="2545234"/>
                <a:ext cx="518474" cy="2422689"/>
              </a:xfrm>
              <a:prstGeom prst="roundRect">
                <a:avLst/>
              </a:prstGeom>
              <a:solidFill>
                <a:srgbClr val="00FF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H" sz="200"/>
              </a:p>
            </p:txBody>
          </p:sp>
          <p:sp>
            <p:nvSpPr>
              <p:cNvPr id="89" name="Rectangle: Rounded Corners 9">
                <a:extLst>
                  <a:ext uri="{FF2B5EF4-FFF2-40B4-BE49-F238E27FC236}">
                    <a16:creationId xmlns:a16="http://schemas.microsoft.com/office/drawing/2014/main" id="{71046F44-ECBE-D8DC-23A0-2E3CA8DEB40E}"/>
                  </a:ext>
                </a:extLst>
              </p:cNvPr>
              <p:cNvSpPr/>
              <p:nvPr/>
            </p:nvSpPr>
            <p:spPr>
              <a:xfrm>
                <a:off x="9629933" y="2545235"/>
                <a:ext cx="518474" cy="2422689"/>
              </a:xfrm>
              <a:prstGeom prst="roundRect">
                <a:avLst/>
              </a:prstGeom>
              <a:solidFill>
                <a:srgbClr val="40E0D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H" sz="200"/>
              </a:p>
            </p:txBody>
          </p:sp>
          <p:sp>
            <p:nvSpPr>
              <p:cNvPr id="90" name="Rectangle: Rounded Corners 10">
                <a:extLst>
                  <a:ext uri="{FF2B5EF4-FFF2-40B4-BE49-F238E27FC236}">
                    <a16:creationId xmlns:a16="http://schemas.microsoft.com/office/drawing/2014/main" id="{E0495CEE-32E6-79F9-9C52-3124E8ED04DC}"/>
                  </a:ext>
                </a:extLst>
              </p:cNvPr>
              <p:cNvSpPr/>
              <p:nvPr/>
            </p:nvSpPr>
            <p:spPr>
              <a:xfrm>
                <a:off x="8783757" y="2545236"/>
                <a:ext cx="518474" cy="2422689"/>
              </a:xfrm>
              <a:prstGeom prst="roundRect">
                <a:avLst/>
              </a:prstGeom>
              <a:solidFill>
                <a:srgbClr val="A020F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H" sz="200"/>
              </a:p>
            </p:txBody>
          </p:sp>
          <p:sp>
            <p:nvSpPr>
              <p:cNvPr id="91" name="Rectangle: Rounded Corners 11">
                <a:extLst>
                  <a:ext uri="{FF2B5EF4-FFF2-40B4-BE49-F238E27FC236}">
                    <a16:creationId xmlns:a16="http://schemas.microsoft.com/office/drawing/2014/main" id="{92B963CA-AEEA-CFD7-3503-16720BC39651}"/>
                  </a:ext>
                </a:extLst>
              </p:cNvPr>
              <p:cNvSpPr/>
              <p:nvPr/>
            </p:nvSpPr>
            <p:spPr>
              <a:xfrm>
                <a:off x="7525067" y="2545233"/>
                <a:ext cx="518474" cy="2422689"/>
              </a:xfrm>
              <a:prstGeom prst="roundRect">
                <a:avLst/>
              </a:prstGeom>
              <a:solidFill>
                <a:srgbClr val="D2B48C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H" sz="200"/>
              </a:p>
            </p:txBody>
          </p:sp>
          <p:sp>
            <p:nvSpPr>
              <p:cNvPr id="92" name="TextBox 12">
                <a:extLst>
                  <a:ext uri="{FF2B5EF4-FFF2-40B4-BE49-F238E27FC236}">
                    <a16:creationId xmlns:a16="http://schemas.microsoft.com/office/drawing/2014/main" id="{B408D707-E275-EEB3-07CD-38B23AD8F178}"/>
                  </a:ext>
                </a:extLst>
              </p:cNvPr>
              <p:cNvSpPr txBox="1"/>
              <p:nvPr/>
            </p:nvSpPr>
            <p:spPr>
              <a:xfrm rot="16200000">
                <a:off x="6166004" y="3845177"/>
                <a:ext cx="2049795" cy="60429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500" b="1" dirty="0"/>
                  <a:t>Mitochondria</a:t>
                </a:r>
                <a:endParaRPr lang="en-CH" sz="500" b="1" dirty="0"/>
              </a:p>
            </p:txBody>
          </p:sp>
          <p:sp>
            <p:nvSpPr>
              <p:cNvPr id="93" name="TextBox 13">
                <a:extLst>
                  <a:ext uri="{FF2B5EF4-FFF2-40B4-BE49-F238E27FC236}">
                    <a16:creationId xmlns:a16="http://schemas.microsoft.com/office/drawing/2014/main" id="{1FBECAC7-5D17-F056-EC3F-8264D6D52110}"/>
                  </a:ext>
                </a:extLst>
              </p:cNvPr>
              <p:cNvSpPr txBox="1"/>
              <p:nvPr/>
            </p:nvSpPr>
            <p:spPr>
              <a:xfrm rot="16200000">
                <a:off x="3618232" y="4003236"/>
                <a:ext cx="1712166" cy="60429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500" b="1" dirty="0"/>
                  <a:t>Ribosome</a:t>
                </a:r>
                <a:endParaRPr lang="en-CH" sz="500" b="1" dirty="0"/>
              </a:p>
            </p:txBody>
          </p:sp>
          <p:sp>
            <p:nvSpPr>
              <p:cNvPr id="94" name="TextBox 14">
                <a:extLst>
                  <a:ext uri="{FF2B5EF4-FFF2-40B4-BE49-F238E27FC236}">
                    <a16:creationId xmlns:a16="http://schemas.microsoft.com/office/drawing/2014/main" id="{C9D3E42C-8ED7-D782-3ECB-FD9AF3C79C7F}"/>
                  </a:ext>
                </a:extLst>
              </p:cNvPr>
              <p:cNvSpPr txBox="1"/>
              <p:nvPr/>
            </p:nvSpPr>
            <p:spPr>
              <a:xfrm rot="16200000">
                <a:off x="7970743" y="3845173"/>
                <a:ext cx="2124188" cy="60429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500" b="1" dirty="0">
                    <a:solidFill>
                      <a:schemeClr val="bg1"/>
                    </a:solidFill>
                  </a:rPr>
                  <a:t> Cell Signaling</a:t>
                </a:r>
                <a:endParaRPr lang="en-CH" sz="5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95" name="TextBox 15">
                <a:extLst>
                  <a:ext uri="{FF2B5EF4-FFF2-40B4-BE49-F238E27FC236}">
                    <a16:creationId xmlns:a16="http://schemas.microsoft.com/office/drawing/2014/main" id="{E1556CB3-17B3-9A83-2FE6-74811D9157C7}"/>
                  </a:ext>
                </a:extLst>
              </p:cNvPr>
              <p:cNvSpPr txBox="1"/>
              <p:nvPr/>
            </p:nvSpPr>
            <p:spPr>
              <a:xfrm rot="16200000">
                <a:off x="8678445" y="3717369"/>
                <a:ext cx="2433201" cy="60429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500" b="1" dirty="0"/>
                  <a:t> Synaptic Vesicle</a:t>
                </a:r>
                <a:endParaRPr lang="en-CH" sz="500" b="1" dirty="0"/>
              </a:p>
            </p:txBody>
          </p:sp>
          <p:sp>
            <p:nvSpPr>
              <p:cNvPr id="96" name="TextBox 16">
                <a:extLst>
                  <a:ext uri="{FF2B5EF4-FFF2-40B4-BE49-F238E27FC236}">
                    <a16:creationId xmlns:a16="http://schemas.microsoft.com/office/drawing/2014/main" id="{885F0473-6BE8-8BD8-F62D-CD1ABAC89854}"/>
                  </a:ext>
                </a:extLst>
              </p:cNvPr>
              <p:cNvSpPr txBox="1"/>
              <p:nvPr/>
            </p:nvSpPr>
            <p:spPr>
              <a:xfrm rot="16200000">
                <a:off x="5274365" y="3725947"/>
                <a:ext cx="2119940" cy="7691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400" b="1" dirty="0">
                    <a:solidFill>
                      <a:schemeClr val="bg1"/>
                    </a:solidFill>
                  </a:rPr>
                  <a:t>Extracellular vesicle signaling</a:t>
                </a:r>
                <a:endParaRPr lang="en-CH" sz="4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97" name="TextBox 17">
                <a:extLst>
                  <a:ext uri="{FF2B5EF4-FFF2-40B4-BE49-F238E27FC236}">
                    <a16:creationId xmlns:a16="http://schemas.microsoft.com/office/drawing/2014/main" id="{AA0A5D78-8B27-8327-E850-29B40FCEC646}"/>
                  </a:ext>
                </a:extLst>
              </p:cNvPr>
              <p:cNvSpPr txBox="1"/>
              <p:nvPr/>
            </p:nvSpPr>
            <p:spPr>
              <a:xfrm rot="16200000">
                <a:off x="4302016" y="3540615"/>
                <a:ext cx="2422685" cy="7691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400" b="1" dirty="0">
                    <a:solidFill>
                      <a:schemeClr val="bg1"/>
                    </a:solidFill>
                  </a:rPr>
                  <a:t> Endoplasmic </a:t>
                </a:r>
              </a:p>
              <a:p>
                <a:r>
                  <a:rPr lang="en-US" sz="400" b="1" dirty="0">
                    <a:solidFill>
                      <a:schemeClr val="bg1"/>
                    </a:solidFill>
                  </a:rPr>
                  <a:t>Reticulum</a:t>
                </a:r>
                <a:endParaRPr lang="en-CH" sz="4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98" name="TextBox 18">
                <a:extLst>
                  <a:ext uri="{FF2B5EF4-FFF2-40B4-BE49-F238E27FC236}">
                    <a16:creationId xmlns:a16="http://schemas.microsoft.com/office/drawing/2014/main" id="{1D95A7A1-F3CE-57AE-4A0E-2CA91B40BFAB}"/>
                  </a:ext>
                </a:extLst>
              </p:cNvPr>
              <p:cNvSpPr txBox="1"/>
              <p:nvPr/>
            </p:nvSpPr>
            <p:spPr>
              <a:xfrm rot="16200000">
                <a:off x="6745830" y="3816436"/>
                <a:ext cx="2088635" cy="6042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500" b="1" dirty="0"/>
                  <a:t>Proteasome</a:t>
                </a:r>
                <a:endParaRPr lang="en-CH" sz="500" b="1" dirty="0"/>
              </a:p>
            </p:txBody>
          </p:sp>
          <p:sp>
            <p:nvSpPr>
              <p:cNvPr id="99" name="TextBox 19">
                <a:extLst>
                  <a:ext uri="{FF2B5EF4-FFF2-40B4-BE49-F238E27FC236}">
                    <a16:creationId xmlns:a16="http://schemas.microsoft.com/office/drawing/2014/main" id="{4C7F224B-EC20-A2AF-1A8B-0FA8209FB030}"/>
                  </a:ext>
                </a:extLst>
              </p:cNvPr>
              <p:cNvSpPr txBox="1"/>
              <p:nvPr/>
            </p:nvSpPr>
            <p:spPr>
              <a:xfrm rot="16200000">
                <a:off x="7175351" y="3647974"/>
                <a:ext cx="2422692" cy="6042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500" b="1" dirty="0"/>
                  <a:t>Axonal Transport</a:t>
                </a:r>
                <a:endParaRPr lang="en-CH" sz="500" b="1" dirty="0"/>
              </a:p>
            </p:txBody>
          </p:sp>
          <p:sp>
            <p:nvSpPr>
              <p:cNvPr id="100" name="TextBox 20">
                <a:extLst>
                  <a:ext uri="{FF2B5EF4-FFF2-40B4-BE49-F238E27FC236}">
                    <a16:creationId xmlns:a16="http://schemas.microsoft.com/office/drawing/2014/main" id="{BD93DDC7-3E7E-FC1E-67A0-C007E2930AA6}"/>
                  </a:ext>
                </a:extLst>
              </p:cNvPr>
              <p:cNvSpPr txBox="1"/>
              <p:nvPr/>
            </p:nvSpPr>
            <p:spPr>
              <a:xfrm>
                <a:off x="6651740" y="2418581"/>
                <a:ext cx="1031195" cy="6592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600" b="1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M1</a:t>
                </a:r>
                <a:endParaRPr lang="en-CH" sz="6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01" name="TextBox 21">
                <a:extLst>
                  <a:ext uri="{FF2B5EF4-FFF2-40B4-BE49-F238E27FC236}">
                    <a16:creationId xmlns:a16="http://schemas.microsoft.com/office/drawing/2014/main" id="{8525B08D-41AA-38F8-CF60-8CFA74D4EC08}"/>
                  </a:ext>
                </a:extLst>
              </p:cNvPr>
              <p:cNvSpPr txBox="1"/>
              <p:nvPr/>
            </p:nvSpPr>
            <p:spPr>
              <a:xfrm>
                <a:off x="8541681" y="2437451"/>
                <a:ext cx="1031195" cy="6592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600" b="1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M2</a:t>
                </a:r>
                <a:endParaRPr lang="en-CH" sz="6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02" name="TextBox 22">
                <a:extLst>
                  <a:ext uri="{FF2B5EF4-FFF2-40B4-BE49-F238E27FC236}">
                    <a16:creationId xmlns:a16="http://schemas.microsoft.com/office/drawing/2014/main" id="{46E936DC-D3E8-F7D5-A027-A443825817B9}"/>
                  </a:ext>
                </a:extLst>
              </p:cNvPr>
              <p:cNvSpPr txBox="1"/>
              <p:nvPr/>
            </p:nvSpPr>
            <p:spPr>
              <a:xfrm>
                <a:off x="9360401" y="2413530"/>
                <a:ext cx="1031195" cy="6592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600" b="1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M3</a:t>
                </a:r>
                <a:endParaRPr lang="en-CH" sz="6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03" name="TextBox 23">
                <a:extLst>
                  <a:ext uri="{FF2B5EF4-FFF2-40B4-BE49-F238E27FC236}">
                    <a16:creationId xmlns:a16="http://schemas.microsoft.com/office/drawing/2014/main" id="{69830001-2D10-714D-4302-545C6C130794}"/>
                  </a:ext>
                </a:extLst>
              </p:cNvPr>
              <p:cNvSpPr txBox="1"/>
              <p:nvPr/>
            </p:nvSpPr>
            <p:spPr>
              <a:xfrm>
                <a:off x="3980754" y="2422076"/>
                <a:ext cx="1031195" cy="6592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600" b="1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M4</a:t>
                </a:r>
                <a:endParaRPr lang="en-CH" sz="6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04" name="TextBox 24">
                <a:extLst>
                  <a:ext uri="{FF2B5EF4-FFF2-40B4-BE49-F238E27FC236}">
                    <a16:creationId xmlns:a16="http://schemas.microsoft.com/office/drawing/2014/main" id="{F5C3E2DB-2840-6FE4-B870-870E18A649AB}"/>
                  </a:ext>
                </a:extLst>
              </p:cNvPr>
              <p:cNvSpPr txBox="1"/>
              <p:nvPr/>
            </p:nvSpPr>
            <p:spPr>
              <a:xfrm>
                <a:off x="5823684" y="2413530"/>
                <a:ext cx="1031195" cy="6592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600" b="1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M5</a:t>
                </a:r>
                <a:endParaRPr lang="en-CH" sz="6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05" name="TextBox 25">
                <a:extLst>
                  <a:ext uri="{FF2B5EF4-FFF2-40B4-BE49-F238E27FC236}">
                    <a16:creationId xmlns:a16="http://schemas.microsoft.com/office/drawing/2014/main" id="{3A04C951-AE5F-A9FE-2FB3-C02389030E54}"/>
                  </a:ext>
                </a:extLst>
              </p:cNvPr>
              <p:cNvSpPr txBox="1"/>
              <p:nvPr/>
            </p:nvSpPr>
            <p:spPr>
              <a:xfrm>
                <a:off x="4979374" y="2422076"/>
                <a:ext cx="1031195" cy="6592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600" b="1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M6</a:t>
                </a:r>
                <a:endParaRPr lang="en-CH" sz="6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06" name="TextBox 26">
                <a:extLst>
                  <a:ext uri="{FF2B5EF4-FFF2-40B4-BE49-F238E27FC236}">
                    <a16:creationId xmlns:a16="http://schemas.microsoft.com/office/drawing/2014/main" id="{A22652B5-E270-6C7A-DF0F-9A6177429118}"/>
                  </a:ext>
                </a:extLst>
              </p:cNvPr>
              <p:cNvSpPr txBox="1"/>
              <p:nvPr/>
            </p:nvSpPr>
            <p:spPr>
              <a:xfrm>
                <a:off x="7875821" y="2413530"/>
                <a:ext cx="1031195" cy="6592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600" b="1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M7</a:t>
                </a:r>
                <a:endParaRPr lang="en-CH" sz="6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07" name="TextBox 27">
                <a:extLst>
                  <a:ext uri="{FF2B5EF4-FFF2-40B4-BE49-F238E27FC236}">
                    <a16:creationId xmlns:a16="http://schemas.microsoft.com/office/drawing/2014/main" id="{CE84A6CE-C02E-9ADF-7518-10AF0BCE6BE9}"/>
                  </a:ext>
                </a:extLst>
              </p:cNvPr>
              <p:cNvSpPr txBox="1"/>
              <p:nvPr/>
            </p:nvSpPr>
            <p:spPr>
              <a:xfrm>
                <a:off x="7276285" y="2416468"/>
                <a:ext cx="1031195" cy="6592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600" b="1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M8</a:t>
                </a:r>
                <a:endParaRPr lang="en-CH" sz="6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</p:grpSp>
      <p:graphicFrame>
        <p:nvGraphicFramePr>
          <p:cNvPr id="3" name="Objet 2">
            <a:extLst>
              <a:ext uri="{FF2B5EF4-FFF2-40B4-BE49-F238E27FC236}">
                <a16:creationId xmlns:a16="http://schemas.microsoft.com/office/drawing/2014/main" id="{0E148E7F-4308-7AC4-E103-B9BB6A7F6B7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83192959"/>
              </p:ext>
            </p:extLst>
          </p:nvPr>
        </p:nvGraphicFramePr>
        <p:xfrm>
          <a:off x="3149440" y="2645275"/>
          <a:ext cx="1063529" cy="13556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rism 10" r:id="rId24" imgW="3491156" imgH="4450423" progId="Prism10.Document">
                  <p:embed/>
                </p:oleObj>
              </mc:Choice>
              <mc:Fallback>
                <p:oleObj name="Prism 10" r:id="rId24" imgW="3491156" imgH="4450423" progId="Prism10.Document">
                  <p:embed/>
                  <p:pic>
                    <p:nvPicPr>
                      <p:cNvPr id="3" name="Objet 2">
                        <a:extLst>
                          <a:ext uri="{FF2B5EF4-FFF2-40B4-BE49-F238E27FC236}">
                            <a16:creationId xmlns:a16="http://schemas.microsoft.com/office/drawing/2014/main" id="{0E148E7F-4308-7AC4-E103-B9BB6A7F6B7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3149440" y="2645275"/>
                        <a:ext cx="1063529" cy="135564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574671B3-05E3-F02C-3E73-D2108C73CC7E}"/>
              </a:ext>
            </a:extLst>
          </p:cNvPr>
          <p:cNvSpPr/>
          <p:nvPr/>
        </p:nvSpPr>
        <p:spPr>
          <a:xfrm>
            <a:off x="4189465" y="1533963"/>
            <a:ext cx="77127" cy="24620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graphicFrame>
        <p:nvGraphicFramePr>
          <p:cNvPr id="6" name="Objet 5">
            <a:extLst>
              <a:ext uri="{FF2B5EF4-FFF2-40B4-BE49-F238E27FC236}">
                <a16:creationId xmlns:a16="http://schemas.microsoft.com/office/drawing/2014/main" id="{25FA16DA-E649-DE50-0690-B1677E011E6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28912404"/>
              </p:ext>
            </p:extLst>
          </p:nvPr>
        </p:nvGraphicFramePr>
        <p:xfrm>
          <a:off x="7174347" y="644361"/>
          <a:ext cx="3735422" cy="14617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rism 10" r:id="rId26" imgW="6258438" imgH="2122388" progId="Prism10.Document">
                  <p:embed/>
                </p:oleObj>
              </mc:Choice>
              <mc:Fallback>
                <p:oleObj name="Prism 10" r:id="rId26" imgW="6258438" imgH="2122388" progId="Prism10.Document">
                  <p:embed/>
                  <p:pic>
                    <p:nvPicPr>
                      <p:cNvPr id="6" name="Objet 5">
                        <a:extLst>
                          <a:ext uri="{FF2B5EF4-FFF2-40B4-BE49-F238E27FC236}">
                            <a16:creationId xmlns:a16="http://schemas.microsoft.com/office/drawing/2014/main" id="{25FA16DA-E649-DE50-0690-B1677E011E6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7174347" y="644361"/>
                        <a:ext cx="3735422" cy="146176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21E8F450-B669-9486-C2DB-46BE1D361DFE}"/>
              </a:ext>
            </a:extLst>
          </p:cNvPr>
          <p:cNvSpPr/>
          <p:nvPr/>
        </p:nvSpPr>
        <p:spPr>
          <a:xfrm>
            <a:off x="-3134041" y="2189216"/>
            <a:ext cx="2971531" cy="59948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H" dirty="0" err="1"/>
              <a:t>Protein</a:t>
            </a:r>
            <a:r>
              <a:rPr lang="fr-CH" dirty="0"/>
              <a:t> </a:t>
            </a:r>
            <a:r>
              <a:rPr lang="fr-CH" dirty="0" err="1"/>
              <a:t>Protein</a:t>
            </a:r>
            <a:r>
              <a:rPr lang="fr-CH" dirty="0"/>
              <a:t>  for </a:t>
            </a:r>
            <a:r>
              <a:rPr lang="fr-CH" dirty="0" err="1"/>
              <a:t>synatiic</a:t>
            </a:r>
            <a:r>
              <a:rPr lang="fr-CH" dirty="0"/>
              <a:t> module </a:t>
            </a:r>
            <a:r>
              <a:rPr lang="fr-CH" dirty="0" err="1"/>
              <a:t>with</a:t>
            </a:r>
            <a:r>
              <a:rPr lang="fr-CH" dirty="0"/>
              <a:t> code of </a:t>
            </a:r>
            <a:r>
              <a:rPr lang="fr-CH" dirty="0" err="1"/>
              <a:t>correlation</a:t>
            </a:r>
            <a:r>
              <a:rPr lang="fr-CH" dirty="0"/>
              <a:t> </a:t>
            </a:r>
            <a:r>
              <a:rPr lang="fr-CH" dirty="0" err="1"/>
              <a:t>with</a:t>
            </a:r>
            <a:r>
              <a:rPr lang="fr-CH" dirty="0"/>
              <a:t> SV2A </a:t>
            </a:r>
            <a:r>
              <a:rPr lang="fr-CH" dirty="0" err="1"/>
              <a:t>level</a:t>
            </a:r>
            <a:endParaRPr lang="fr-CH" dirty="0"/>
          </a:p>
        </p:txBody>
      </p:sp>
      <p:pic>
        <p:nvPicPr>
          <p:cNvPr id="8" name="Image 7" descr="Une image contenant texte, diagramme, carte, Police&#10;&#10;Description générée automatiquement">
            <a:extLst>
              <a:ext uri="{FF2B5EF4-FFF2-40B4-BE49-F238E27FC236}">
                <a16:creationId xmlns:a16="http://schemas.microsoft.com/office/drawing/2014/main" id="{A4D40025-11B6-4AFA-C6A9-EB56C1A8F319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350654" y="4247477"/>
            <a:ext cx="6163148" cy="3356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11698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t 3">
            <a:extLst>
              <a:ext uri="{FF2B5EF4-FFF2-40B4-BE49-F238E27FC236}">
                <a16:creationId xmlns:a16="http://schemas.microsoft.com/office/drawing/2014/main" id="{48A7D183-5E99-A8D2-77A1-120AC736D3C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-657888" y="3170760"/>
          <a:ext cx="2122539" cy="16618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rism 9" r:id="rId3" imgW="4614779" imgH="3613425" progId="Prism9.Document">
                  <p:embed/>
                </p:oleObj>
              </mc:Choice>
              <mc:Fallback>
                <p:oleObj name="Prism 9" r:id="rId3" imgW="4614779" imgH="3613425" progId="Prism9.Document">
                  <p:embed/>
                  <p:pic>
                    <p:nvPicPr>
                      <p:cNvPr id="4" name="Objet 3">
                        <a:extLst>
                          <a:ext uri="{FF2B5EF4-FFF2-40B4-BE49-F238E27FC236}">
                            <a16:creationId xmlns:a16="http://schemas.microsoft.com/office/drawing/2014/main" id="{48A7D183-5E99-A8D2-77A1-120AC736D3C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-657888" y="3170760"/>
                        <a:ext cx="2122539" cy="16618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ZoneTexte 9">
            <a:extLst>
              <a:ext uri="{FF2B5EF4-FFF2-40B4-BE49-F238E27FC236}">
                <a16:creationId xmlns:a16="http://schemas.microsoft.com/office/drawing/2014/main" id="{C518E386-9AA4-3FD2-633B-2D4EFE411A4D}"/>
              </a:ext>
            </a:extLst>
          </p:cNvPr>
          <p:cNvSpPr txBox="1"/>
          <p:nvPr/>
        </p:nvSpPr>
        <p:spPr>
          <a:xfrm>
            <a:off x="-507206" y="-314323"/>
            <a:ext cx="7828772" cy="330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550">
                <a:solidFill>
                  <a:srgbClr val="000000"/>
                </a:solidFill>
                <a:latin typeface="Aptos" panose="020B0004020202020204" pitchFamily="34" charset="0"/>
              </a:rPr>
              <a:t>SV2A in ISF’s brain derived EV</a:t>
            </a:r>
          </a:p>
        </p:txBody>
      </p:sp>
      <p:graphicFrame>
        <p:nvGraphicFramePr>
          <p:cNvPr id="13" name="Objet 12">
            <a:extLst>
              <a:ext uri="{FF2B5EF4-FFF2-40B4-BE49-F238E27FC236}">
                <a16:creationId xmlns:a16="http://schemas.microsoft.com/office/drawing/2014/main" id="{99C77A9B-8167-4EAA-C373-0BB71F9C1EB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992028" y="3865607"/>
          <a:ext cx="1301894" cy="16144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rism 9" r:id="rId5" imgW="2433077" imgH="3018811" progId="Prism9.Document">
                  <p:embed/>
                </p:oleObj>
              </mc:Choice>
              <mc:Fallback>
                <p:oleObj name="Prism 9" r:id="rId5" imgW="2433077" imgH="3018811" progId="Prism9.Document">
                  <p:embed/>
                  <p:pic>
                    <p:nvPicPr>
                      <p:cNvPr id="13" name="Objet 12">
                        <a:extLst>
                          <a:ext uri="{FF2B5EF4-FFF2-40B4-BE49-F238E27FC236}">
                            <a16:creationId xmlns:a16="http://schemas.microsoft.com/office/drawing/2014/main" id="{99C77A9B-8167-4EAA-C373-0BB71F9C1EB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992028" y="3865607"/>
                        <a:ext cx="1301894" cy="16144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t 13">
            <a:extLst>
              <a:ext uri="{FF2B5EF4-FFF2-40B4-BE49-F238E27FC236}">
                <a16:creationId xmlns:a16="http://schemas.microsoft.com/office/drawing/2014/main" id="{48BBED33-9780-5D22-26E5-396D06BF2F2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74872" y="3331147"/>
          <a:ext cx="1250287" cy="14405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rism 9" r:id="rId7" imgW="2411829" imgH="2777868" progId="Prism9.Document">
                  <p:embed/>
                </p:oleObj>
              </mc:Choice>
              <mc:Fallback>
                <p:oleObj name="Prism 9" r:id="rId7" imgW="2411829" imgH="2777868" progId="Prism9.Document">
                  <p:embed/>
                  <p:pic>
                    <p:nvPicPr>
                      <p:cNvPr id="14" name="Objet 13">
                        <a:extLst>
                          <a:ext uri="{FF2B5EF4-FFF2-40B4-BE49-F238E27FC236}">
                            <a16:creationId xmlns:a16="http://schemas.microsoft.com/office/drawing/2014/main" id="{48BBED33-9780-5D22-26E5-396D06BF2F2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574872" y="3331147"/>
                        <a:ext cx="1250287" cy="144052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t 15">
            <a:extLst>
              <a:ext uri="{FF2B5EF4-FFF2-40B4-BE49-F238E27FC236}">
                <a16:creationId xmlns:a16="http://schemas.microsoft.com/office/drawing/2014/main" id="{CAECCAC4-1F15-BD1B-0FAF-60402E02DE2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5125" y="4889500"/>
          <a:ext cx="1319213" cy="1593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rism 9" r:id="rId9" imgW="2500422" imgH="3018811" progId="Prism9.Document">
                  <p:embed/>
                </p:oleObj>
              </mc:Choice>
              <mc:Fallback>
                <p:oleObj name="Prism 9" r:id="rId9" imgW="2500422" imgH="3018811" progId="Prism9.Document">
                  <p:embed/>
                  <p:pic>
                    <p:nvPicPr>
                      <p:cNvPr id="16" name="Objet 15">
                        <a:extLst>
                          <a:ext uri="{FF2B5EF4-FFF2-40B4-BE49-F238E27FC236}">
                            <a16:creationId xmlns:a16="http://schemas.microsoft.com/office/drawing/2014/main" id="{CAECCAC4-1F15-BD1B-0FAF-60402E02DE2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65125" y="4889500"/>
                        <a:ext cx="1319213" cy="15938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t 16">
            <a:extLst>
              <a:ext uri="{FF2B5EF4-FFF2-40B4-BE49-F238E27FC236}">
                <a16:creationId xmlns:a16="http://schemas.microsoft.com/office/drawing/2014/main" id="{FAB99703-5500-6FB4-8C63-A99F6D89DAB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88036" y="3243873"/>
          <a:ext cx="1307708" cy="15278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rism 9" r:id="rId11" imgW="2584334" imgH="3018811" progId="Prism9.Document">
                  <p:embed/>
                </p:oleObj>
              </mc:Choice>
              <mc:Fallback>
                <p:oleObj name="Prism 9" r:id="rId11" imgW="2584334" imgH="3018811" progId="Prism9.Document">
                  <p:embed/>
                  <p:pic>
                    <p:nvPicPr>
                      <p:cNvPr id="17" name="Objet 16">
                        <a:extLst>
                          <a:ext uri="{FF2B5EF4-FFF2-40B4-BE49-F238E27FC236}">
                            <a16:creationId xmlns:a16="http://schemas.microsoft.com/office/drawing/2014/main" id="{FAB99703-5500-6FB4-8C63-A99F6D89DAB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288036" y="3243873"/>
                        <a:ext cx="1307708" cy="152780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t 17">
            <a:extLst>
              <a:ext uri="{FF2B5EF4-FFF2-40B4-BE49-F238E27FC236}">
                <a16:creationId xmlns:a16="http://schemas.microsoft.com/office/drawing/2014/main" id="{5C716572-17D4-F735-68B7-76CAA817392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932392" y="3330449"/>
          <a:ext cx="1310019" cy="14412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rism 9" r:id="rId13" imgW="2526352" imgH="2777868" progId="Prism9.Document">
                  <p:embed/>
                </p:oleObj>
              </mc:Choice>
              <mc:Fallback>
                <p:oleObj name="Prism 9" r:id="rId13" imgW="2526352" imgH="2777868" progId="Prism9.Document">
                  <p:embed/>
                  <p:pic>
                    <p:nvPicPr>
                      <p:cNvPr id="18" name="Objet 17">
                        <a:extLst>
                          <a:ext uri="{FF2B5EF4-FFF2-40B4-BE49-F238E27FC236}">
                            <a16:creationId xmlns:a16="http://schemas.microsoft.com/office/drawing/2014/main" id="{5C716572-17D4-F735-68B7-76CAA817392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6932392" y="3330449"/>
                        <a:ext cx="1310019" cy="144122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t 18">
            <a:extLst>
              <a:ext uri="{FF2B5EF4-FFF2-40B4-BE49-F238E27FC236}">
                <a16:creationId xmlns:a16="http://schemas.microsoft.com/office/drawing/2014/main" id="{7707491A-1EFF-3C06-B3B1-6187DA6D569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20260" y="5035703"/>
          <a:ext cx="1250379" cy="14405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rism 9" r:id="rId15" imgW="2411829" imgH="2777868" progId="Prism9.Document">
                  <p:embed/>
                </p:oleObj>
              </mc:Choice>
              <mc:Fallback>
                <p:oleObj name="Prism 9" r:id="rId15" imgW="2411829" imgH="2777868" progId="Prism9.Document">
                  <p:embed/>
                  <p:pic>
                    <p:nvPicPr>
                      <p:cNvPr id="19" name="Objet 18">
                        <a:extLst>
                          <a:ext uri="{FF2B5EF4-FFF2-40B4-BE49-F238E27FC236}">
                            <a16:creationId xmlns:a16="http://schemas.microsoft.com/office/drawing/2014/main" id="{7707491A-1EFF-3C06-B3B1-6187DA6D56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620260" y="5035703"/>
                        <a:ext cx="1250379" cy="144052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t 19">
            <a:extLst>
              <a:ext uri="{FF2B5EF4-FFF2-40B4-BE49-F238E27FC236}">
                <a16:creationId xmlns:a16="http://schemas.microsoft.com/office/drawing/2014/main" id="{C9ABB2B7-BBDB-8352-6AF3-CB4C8E001AE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992028" y="2237815"/>
          <a:ext cx="1336286" cy="1550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rism 9" r:id="rId17" imgW="2602341" imgH="3018811" progId="Prism9.Document">
                  <p:embed/>
                </p:oleObj>
              </mc:Choice>
              <mc:Fallback>
                <p:oleObj name="Prism 9" r:id="rId17" imgW="2602341" imgH="3018811" progId="Prism9.Document">
                  <p:embed/>
                  <p:pic>
                    <p:nvPicPr>
                      <p:cNvPr id="20" name="Objet 19">
                        <a:extLst>
                          <a:ext uri="{FF2B5EF4-FFF2-40B4-BE49-F238E27FC236}">
                            <a16:creationId xmlns:a16="http://schemas.microsoft.com/office/drawing/2014/main" id="{C9ABB2B7-BBDB-8352-6AF3-CB4C8E001AE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6992028" y="2237815"/>
                        <a:ext cx="1336286" cy="15507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Objet 29">
            <a:extLst>
              <a:ext uri="{FF2B5EF4-FFF2-40B4-BE49-F238E27FC236}">
                <a16:creationId xmlns:a16="http://schemas.microsoft.com/office/drawing/2014/main" id="{1177DF0E-1212-30AA-CE0C-463DDCD4789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09874" y="3247774"/>
          <a:ext cx="1350512" cy="15117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rism 9" r:id="rId19" imgW="2695616" imgH="3018811" progId="Prism9.Document">
                  <p:embed/>
                </p:oleObj>
              </mc:Choice>
              <mc:Fallback>
                <p:oleObj name="Prism 9" r:id="rId19" imgW="2695616" imgH="3018811" progId="Prism9.Document">
                  <p:embed/>
                  <p:pic>
                    <p:nvPicPr>
                      <p:cNvPr id="30" name="Objet 29">
                        <a:extLst>
                          <a:ext uri="{FF2B5EF4-FFF2-40B4-BE49-F238E27FC236}">
                            <a16:creationId xmlns:a16="http://schemas.microsoft.com/office/drawing/2014/main" id="{1177DF0E-1212-30AA-CE0C-463DDCD4789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1909874" y="3247774"/>
                        <a:ext cx="1350512" cy="151176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t 1">
            <a:extLst>
              <a:ext uri="{FF2B5EF4-FFF2-40B4-BE49-F238E27FC236}">
                <a16:creationId xmlns:a16="http://schemas.microsoft.com/office/drawing/2014/main" id="{1B111DC4-2AF1-C78C-DC09-7AB511FD49F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02807" y="4964462"/>
          <a:ext cx="1350512" cy="15117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rism 9" r:id="rId21" imgW="2695616" imgH="3018811" progId="Prism9.Document">
                  <p:embed/>
                </p:oleObj>
              </mc:Choice>
              <mc:Fallback>
                <p:oleObj name="Prism 9" r:id="rId21" imgW="2695616" imgH="3018811" progId="Prism9.Document">
                  <p:embed/>
                  <p:pic>
                    <p:nvPicPr>
                      <p:cNvPr id="2" name="Objet 1">
                        <a:extLst>
                          <a:ext uri="{FF2B5EF4-FFF2-40B4-BE49-F238E27FC236}">
                            <a16:creationId xmlns:a16="http://schemas.microsoft.com/office/drawing/2014/main" id="{1B111DC4-2AF1-C78C-DC09-7AB511FD49F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2802807" y="4964462"/>
                        <a:ext cx="1350512" cy="151176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t 2">
            <a:extLst>
              <a:ext uri="{FF2B5EF4-FFF2-40B4-BE49-F238E27FC236}">
                <a16:creationId xmlns:a16="http://schemas.microsoft.com/office/drawing/2014/main" id="{AA62CC7F-839D-046B-239B-A3FBC6B99DA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85354" y="4964276"/>
          <a:ext cx="1437125" cy="15119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rism 9" r:id="rId23" imgW="2869201" imgH="3018811" progId="Prism9.Document">
                  <p:embed/>
                </p:oleObj>
              </mc:Choice>
              <mc:Fallback>
                <p:oleObj name="Prism 9" r:id="rId23" imgW="2869201" imgH="3018811" progId="Prism9.Document">
                  <p:embed/>
                  <p:pic>
                    <p:nvPicPr>
                      <p:cNvPr id="3" name="Objet 2">
                        <a:extLst>
                          <a:ext uri="{FF2B5EF4-FFF2-40B4-BE49-F238E27FC236}">
                            <a16:creationId xmlns:a16="http://schemas.microsoft.com/office/drawing/2014/main" id="{AA62CC7F-839D-046B-239B-A3FBC6B99DA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3985354" y="4964276"/>
                        <a:ext cx="1437125" cy="151195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t 4">
            <a:extLst>
              <a:ext uri="{FF2B5EF4-FFF2-40B4-BE49-F238E27FC236}">
                <a16:creationId xmlns:a16="http://schemas.microsoft.com/office/drawing/2014/main" id="{00499602-FE82-2FC6-18F8-D4A9F36BCCB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68033" y="4964276"/>
          <a:ext cx="1353071" cy="15119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rism 9" r:id="rId25" imgW="2699937" imgH="3018811" progId="Prism9.Document">
                  <p:embed/>
                </p:oleObj>
              </mc:Choice>
              <mc:Fallback>
                <p:oleObj name="Prism 9" r:id="rId25" imgW="2699937" imgH="3018811" progId="Prism9.Document">
                  <p:embed/>
                  <p:pic>
                    <p:nvPicPr>
                      <p:cNvPr id="5" name="Objet 4">
                        <a:extLst>
                          <a:ext uri="{FF2B5EF4-FFF2-40B4-BE49-F238E27FC236}">
                            <a16:creationId xmlns:a16="http://schemas.microsoft.com/office/drawing/2014/main" id="{00499602-FE82-2FC6-18F8-D4A9F36BCCB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5268033" y="4964276"/>
                        <a:ext cx="1353071" cy="151195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ZoneTexte 5">
            <a:extLst>
              <a:ext uri="{FF2B5EF4-FFF2-40B4-BE49-F238E27FC236}">
                <a16:creationId xmlns:a16="http://schemas.microsoft.com/office/drawing/2014/main" id="{F07959B6-DE36-5973-A63F-8542CF73AE05}"/>
              </a:ext>
            </a:extLst>
          </p:cNvPr>
          <p:cNvSpPr txBox="1"/>
          <p:nvPr/>
        </p:nvSpPr>
        <p:spPr>
          <a:xfrm>
            <a:off x="-1512186" y="3091970"/>
            <a:ext cx="268022" cy="271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1162"/>
              <a:t>b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70A789E5-F4B3-80D9-5184-82CFEE696F04}"/>
              </a:ext>
            </a:extLst>
          </p:cNvPr>
          <p:cNvSpPr txBox="1"/>
          <p:nvPr/>
        </p:nvSpPr>
        <p:spPr>
          <a:xfrm>
            <a:off x="1701009" y="3120498"/>
            <a:ext cx="263214" cy="271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1162"/>
              <a:t>c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7BA15386-A725-E941-97BE-50595975D5A7}"/>
              </a:ext>
            </a:extLst>
          </p:cNvPr>
          <p:cNvSpPr txBox="1"/>
          <p:nvPr/>
        </p:nvSpPr>
        <p:spPr>
          <a:xfrm>
            <a:off x="3175661" y="3132558"/>
            <a:ext cx="268022" cy="271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1162"/>
              <a:t>d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2930B827-AA6E-A7D8-E33B-84FC5B62E22D}"/>
              </a:ext>
            </a:extLst>
          </p:cNvPr>
          <p:cNvSpPr txBox="1"/>
          <p:nvPr/>
        </p:nvSpPr>
        <p:spPr>
          <a:xfrm>
            <a:off x="4445204" y="3132558"/>
            <a:ext cx="263214" cy="271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1162"/>
              <a:t>e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BA492368-35D2-BC2B-4301-A004E8167E53}"/>
              </a:ext>
            </a:extLst>
          </p:cNvPr>
          <p:cNvSpPr txBox="1"/>
          <p:nvPr/>
        </p:nvSpPr>
        <p:spPr>
          <a:xfrm>
            <a:off x="6877090" y="3124634"/>
            <a:ext cx="229550" cy="271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1162"/>
              <a:t>f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90377F17-3897-9853-530D-094E229BEC7B}"/>
              </a:ext>
            </a:extLst>
          </p:cNvPr>
          <p:cNvSpPr txBox="1"/>
          <p:nvPr/>
        </p:nvSpPr>
        <p:spPr>
          <a:xfrm>
            <a:off x="-1157637" y="4815826"/>
            <a:ext cx="256802" cy="271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1162"/>
              <a:t>g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CB4756CD-C5FB-2442-1CE2-99320120B671}"/>
              </a:ext>
            </a:extLst>
          </p:cNvPr>
          <p:cNvSpPr txBox="1"/>
          <p:nvPr/>
        </p:nvSpPr>
        <p:spPr>
          <a:xfrm>
            <a:off x="1566885" y="4833873"/>
            <a:ext cx="266420" cy="271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1162"/>
              <a:t>h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4C73211F-BE27-050A-4C45-1668BCC2EFFD}"/>
              </a:ext>
            </a:extLst>
          </p:cNvPr>
          <p:cNvSpPr txBox="1"/>
          <p:nvPr/>
        </p:nvSpPr>
        <p:spPr>
          <a:xfrm>
            <a:off x="2726714" y="4832576"/>
            <a:ext cx="219932" cy="271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1162"/>
              <a:t>i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0835423E-AB68-D567-FE21-6BBA8AC72FBE}"/>
              </a:ext>
            </a:extLst>
          </p:cNvPr>
          <p:cNvSpPr txBox="1"/>
          <p:nvPr/>
        </p:nvSpPr>
        <p:spPr>
          <a:xfrm>
            <a:off x="3950238" y="4858162"/>
            <a:ext cx="219932" cy="271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1162"/>
              <a:t>j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4741C16C-296F-9DC3-D807-235BB3F09C44}"/>
              </a:ext>
            </a:extLst>
          </p:cNvPr>
          <p:cNvSpPr txBox="1"/>
          <p:nvPr/>
        </p:nvSpPr>
        <p:spPr>
          <a:xfrm>
            <a:off x="5219398" y="4853171"/>
            <a:ext cx="256802" cy="271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1162"/>
              <a:t>k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2C204417-D215-DFC7-59CE-502165C115FF}"/>
              </a:ext>
            </a:extLst>
          </p:cNvPr>
          <p:cNvSpPr txBox="1"/>
          <p:nvPr/>
        </p:nvSpPr>
        <p:spPr>
          <a:xfrm>
            <a:off x="596392" y="2524699"/>
            <a:ext cx="1145552" cy="569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75">
                <a:latin typeface="Arial" panose="020B0604020202020204" pitchFamily="34" charset="0"/>
                <a:cs typeface="Arial" panose="020B0604020202020204" pitchFamily="34" charset="0"/>
              </a:rPr>
              <a:t>Fresh Frozen </a:t>
            </a:r>
          </a:p>
          <a:p>
            <a:pPr algn="ctr"/>
            <a:r>
              <a:rPr lang="en-US" sz="775">
                <a:latin typeface="Arial" panose="020B0604020202020204" pitchFamily="34" charset="0"/>
                <a:cs typeface="Arial" panose="020B0604020202020204" pitchFamily="34" charset="0"/>
              </a:rPr>
              <a:t>Post-mortem</a:t>
            </a:r>
          </a:p>
          <a:p>
            <a:pPr algn="ctr"/>
            <a:r>
              <a:rPr lang="en-US" sz="775">
                <a:latin typeface="Arial" panose="020B0604020202020204" pitchFamily="34" charset="0"/>
                <a:cs typeface="Arial" panose="020B0604020202020204" pitchFamily="34" charset="0"/>
              </a:rPr>
              <a:t>human brain </a:t>
            </a:r>
          </a:p>
          <a:p>
            <a:pPr algn="ctr"/>
            <a:r>
              <a:rPr lang="en-US" sz="775">
                <a:latin typeface="Arial" panose="020B0604020202020204" pitchFamily="34" charset="0"/>
                <a:cs typeface="Arial" panose="020B0604020202020204" pitchFamily="34" charset="0"/>
              </a:rPr>
              <a:t>(NC and AD)</a:t>
            </a:r>
          </a:p>
        </p:txBody>
      </p:sp>
      <p:pic>
        <p:nvPicPr>
          <p:cNvPr id="28" name="Picture 6" descr="Larger Sample Size Needed to Increase Reproducibility in ...">
            <a:extLst>
              <a:ext uri="{FF2B5EF4-FFF2-40B4-BE49-F238E27FC236}">
                <a16:creationId xmlns:a16="http://schemas.microsoft.com/office/drawing/2014/main" id="{949E584C-2318-4BF2-5B21-18DC35A196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2668" y="2551920"/>
            <a:ext cx="621412" cy="4888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" name="Rectangle 30">
            <a:extLst>
              <a:ext uri="{FF2B5EF4-FFF2-40B4-BE49-F238E27FC236}">
                <a16:creationId xmlns:a16="http://schemas.microsoft.com/office/drawing/2014/main" id="{7CDECE60-CF13-E50C-421A-95B0CA44E3C9}"/>
              </a:ext>
            </a:extLst>
          </p:cNvPr>
          <p:cNvSpPr/>
          <p:nvPr/>
        </p:nvSpPr>
        <p:spPr>
          <a:xfrm>
            <a:off x="1602215" y="2766767"/>
            <a:ext cx="198284" cy="165723"/>
          </a:xfrm>
          <a:prstGeom prst="rect">
            <a:avLst/>
          </a:prstGeom>
          <a:solidFill>
            <a:srgbClr val="CCECFF">
              <a:alpha val="32157"/>
            </a:srgbClr>
          </a:solidFill>
          <a:ln w="9525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52">
                <a:solidFill>
                  <a:schemeClr val="tx1"/>
                </a:solidFill>
              </a:rPr>
              <a:t>PF</a:t>
            </a:r>
          </a:p>
        </p:txBody>
      </p:sp>
      <p:cxnSp>
        <p:nvCxnSpPr>
          <p:cNvPr id="33" name="Connecteur droit 32">
            <a:extLst>
              <a:ext uri="{FF2B5EF4-FFF2-40B4-BE49-F238E27FC236}">
                <a16:creationId xmlns:a16="http://schemas.microsoft.com/office/drawing/2014/main" id="{12138F5E-56AB-C946-E7C1-543A2D1F90AE}"/>
              </a:ext>
            </a:extLst>
          </p:cNvPr>
          <p:cNvCxnSpPr>
            <a:cxnSpLocks/>
          </p:cNvCxnSpPr>
          <p:nvPr/>
        </p:nvCxnSpPr>
        <p:spPr>
          <a:xfrm>
            <a:off x="2393277" y="2817975"/>
            <a:ext cx="2509269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0" name="Image 39">
            <a:extLst>
              <a:ext uri="{FF2B5EF4-FFF2-40B4-BE49-F238E27FC236}">
                <a16:creationId xmlns:a16="http://schemas.microsoft.com/office/drawing/2014/main" id="{B688D2DF-EA2C-42EE-7118-232E3F1BE45F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3704024" y="2456245"/>
            <a:ext cx="405978" cy="805805"/>
          </a:xfrm>
          <a:prstGeom prst="rect">
            <a:avLst/>
          </a:prstGeom>
        </p:spPr>
      </p:pic>
      <p:pic>
        <p:nvPicPr>
          <p:cNvPr id="43" name="Picture 10" descr="Eppendorf free vector download (11 Free vector) for commercial use ...">
            <a:extLst>
              <a:ext uri="{FF2B5EF4-FFF2-40B4-BE49-F238E27FC236}">
                <a16:creationId xmlns:a16="http://schemas.microsoft.com/office/drawing/2014/main" id="{6634C6D2-70EC-F0AE-03C1-CA423C73D0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9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3659" y="2694319"/>
            <a:ext cx="125095" cy="3089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5" name="Picture 20" descr="AutoPiquer - Kilgour Laboratory">
            <a:extLst>
              <a:ext uri="{FF2B5EF4-FFF2-40B4-BE49-F238E27FC236}">
                <a16:creationId xmlns:a16="http://schemas.microsoft.com/office/drawing/2014/main" id="{539BD542-B3C1-B584-80C4-25EE07C37B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0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1102" y="2546170"/>
            <a:ext cx="492857" cy="421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8" name="ZoneTexte 47">
            <a:extLst>
              <a:ext uri="{FF2B5EF4-FFF2-40B4-BE49-F238E27FC236}">
                <a16:creationId xmlns:a16="http://schemas.microsoft.com/office/drawing/2014/main" id="{EFEDA531-3A06-AEAE-8F3E-01B214EE4191}"/>
              </a:ext>
            </a:extLst>
          </p:cNvPr>
          <p:cNvSpPr txBox="1"/>
          <p:nvPr/>
        </p:nvSpPr>
        <p:spPr>
          <a:xfrm>
            <a:off x="2509770" y="2340966"/>
            <a:ext cx="779459" cy="3706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CH" sz="904" err="1"/>
              <a:t>BioFluid</a:t>
            </a:r>
            <a:r>
              <a:rPr lang="fr-CH" sz="904"/>
              <a:t> extraction</a:t>
            </a:r>
          </a:p>
        </p:txBody>
      </p:sp>
      <p:sp>
        <p:nvSpPr>
          <p:cNvPr id="49" name="ZoneTexte 48">
            <a:extLst>
              <a:ext uri="{FF2B5EF4-FFF2-40B4-BE49-F238E27FC236}">
                <a16:creationId xmlns:a16="http://schemas.microsoft.com/office/drawing/2014/main" id="{7713194A-7D70-2E5A-86EF-2C2A779B9DC3}"/>
              </a:ext>
            </a:extLst>
          </p:cNvPr>
          <p:cNvSpPr txBox="1"/>
          <p:nvPr/>
        </p:nvSpPr>
        <p:spPr>
          <a:xfrm>
            <a:off x="3514288" y="2223885"/>
            <a:ext cx="779459" cy="3706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CH" sz="904" err="1"/>
              <a:t>BrainD</a:t>
            </a:r>
            <a:r>
              <a:rPr lang="fr-CH" sz="904"/>
              <a:t>-EV extraction</a:t>
            </a:r>
          </a:p>
        </p:txBody>
      </p:sp>
      <p:sp>
        <p:nvSpPr>
          <p:cNvPr id="50" name="ZoneTexte 49">
            <a:extLst>
              <a:ext uri="{FF2B5EF4-FFF2-40B4-BE49-F238E27FC236}">
                <a16:creationId xmlns:a16="http://schemas.microsoft.com/office/drawing/2014/main" id="{4CB1FE53-9BBE-2FA3-2B29-67F2458C780F}"/>
              </a:ext>
            </a:extLst>
          </p:cNvPr>
          <p:cNvSpPr txBox="1"/>
          <p:nvPr/>
        </p:nvSpPr>
        <p:spPr>
          <a:xfrm>
            <a:off x="4697407" y="2192887"/>
            <a:ext cx="1026820" cy="3706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CH" sz="904"/>
              <a:t>Mass </a:t>
            </a:r>
            <a:r>
              <a:rPr lang="fr-CH" sz="904" err="1"/>
              <a:t>spectrometry</a:t>
            </a:r>
            <a:endParaRPr lang="fr-CH" sz="904"/>
          </a:p>
        </p:txBody>
      </p:sp>
      <p:sp>
        <p:nvSpPr>
          <p:cNvPr id="51" name="ZoneTexte 50">
            <a:extLst>
              <a:ext uri="{FF2B5EF4-FFF2-40B4-BE49-F238E27FC236}">
                <a16:creationId xmlns:a16="http://schemas.microsoft.com/office/drawing/2014/main" id="{4D538C01-3DDB-0AE8-8AB5-045AD82F7E98}"/>
              </a:ext>
            </a:extLst>
          </p:cNvPr>
          <p:cNvSpPr txBox="1"/>
          <p:nvPr/>
        </p:nvSpPr>
        <p:spPr>
          <a:xfrm>
            <a:off x="-704350" y="2175913"/>
            <a:ext cx="263214" cy="271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1162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41016235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A6E8B08C-AC27-B867-6080-CB484D413427}"/>
              </a:ext>
            </a:extLst>
          </p:cNvPr>
          <p:cNvSpPr txBox="1"/>
          <p:nvPr/>
        </p:nvSpPr>
        <p:spPr>
          <a:xfrm>
            <a:off x="-1590244" y="2081620"/>
            <a:ext cx="1145552" cy="569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75">
                <a:latin typeface="Arial" panose="020B0604020202020204" pitchFamily="34" charset="0"/>
                <a:cs typeface="Arial" panose="020B0604020202020204" pitchFamily="34" charset="0"/>
              </a:rPr>
              <a:t>Fresh Frozen </a:t>
            </a:r>
          </a:p>
          <a:p>
            <a:pPr algn="ctr"/>
            <a:r>
              <a:rPr lang="en-US" sz="775">
                <a:latin typeface="Arial" panose="020B0604020202020204" pitchFamily="34" charset="0"/>
                <a:cs typeface="Arial" panose="020B0604020202020204" pitchFamily="34" charset="0"/>
              </a:rPr>
              <a:t>Post-mortem</a:t>
            </a:r>
          </a:p>
          <a:p>
            <a:pPr algn="ctr"/>
            <a:r>
              <a:rPr lang="en-US" sz="775">
                <a:latin typeface="Arial" panose="020B0604020202020204" pitchFamily="34" charset="0"/>
                <a:cs typeface="Arial" panose="020B0604020202020204" pitchFamily="34" charset="0"/>
              </a:rPr>
              <a:t>human brain </a:t>
            </a:r>
          </a:p>
          <a:p>
            <a:pPr algn="ctr"/>
            <a:r>
              <a:rPr lang="en-US" sz="775">
                <a:latin typeface="Arial" panose="020B0604020202020204" pitchFamily="34" charset="0"/>
                <a:cs typeface="Arial" panose="020B0604020202020204" pitchFamily="34" charset="0"/>
              </a:rPr>
              <a:t>(NC and AD)</a:t>
            </a:r>
          </a:p>
        </p:txBody>
      </p:sp>
      <p:pic>
        <p:nvPicPr>
          <p:cNvPr id="3" name="Picture 6" descr="Larger Sample Size Needed to Increase Reproducibility in ...">
            <a:extLst>
              <a:ext uri="{FF2B5EF4-FFF2-40B4-BE49-F238E27FC236}">
                <a16:creationId xmlns:a16="http://schemas.microsoft.com/office/drawing/2014/main" id="{94AE3F13-4875-C519-7A05-63D06BB19B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917" y="2108841"/>
            <a:ext cx="621412" cy="4888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C1C6EDF-07D9-FFF8-C84B-738A81D52DAE}"/>
              </a:ext>
            </a:extLst>
          </p:cNvPr>
          <p:cNvSpPr/>
          <p:nvPr/>
        </p:nvSpPr>
        <p:spPr>
          <a:xfrm>
            <a:off x="-584420" y="2323688"/>
            <a:ext cx="198284" cy="165723"/>
          </a:xfrm>
          <a:prstGeom prst="rect">
            <a:avLst/>
          </a:prstGeom>
          <a:solidFill>
            <a:srgbClr val="CCECFF">
              <a:alpha val="32157"/>
            </a:srgbClr>
          </a:solidFill>
          <a:ln w="9525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52">
                <a:solidFill>
                  <a:schemeClr val="tx1"/>
                </a:solidFill>
              </a:rPr>
              <a:t>PF</a:t>
            </a:r>
          </a:p>
        </p:txBody>
      </p:sp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0668B51F-0444-FDF9-5B76-21D7A356C6E9}"/>
              </a:ext>
            </a:extLst>
          </p:cNvPr>
          <p:cNvCxnSpPr>
            <a:cxnSpLocks/>
          </p:cNvCxnSpPr>
          <p:nvPr/>
        </p:nvCxnSpPr>
        <p:spPr>
          <a:xfrm>
            <a:off x="1421526" y="2374896"/>
            <a:ext cx="2509269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Image 5">
            <a:extLst>
              <a:ext uri="{FF2B5EF4-FFF2-40B4-BE49-F238E27FC236}">
                <a16:creationId xmlns:a16="http://schemas.microsoft.com/office/drawing/2014/main" id="{3652FDFC-6D47-583A-D339-B3EB40AAB8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2273" y="2013166"/>
            <a:ext cx="405978" cy="805805"/>
          </a:xfrm>
          <a:prstGeom prst="rect">
            <a:avLst/>
          </a:prstGeom>
        </p:spPr>
      </p:pic>
      <p:pic>
        <p:nvPicPr>
          <p:cNvPr id="7" name="Picture 10" descr="Eppendorf free vector download (11 Free vector) for commercial use ...">
            <a:extLst>
              <a:ext uri="{FF2B5EF4-FFF2-40B4-BE49-F238E27FC236}">
                <a16:creationId xmlns:a16="http://schemas.microsoft.com/office/drawing/2014/main" id="{0CFDA4C1-D070-FD33-29AB-FCB5AF0F8E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1908" y="2251240"/>
            <a:ext cx="125095" cy="3089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0" descr="AutoPiquer - Kilgour Laboratory">
            <a:extLst>
              <a:ext uri="{FF2B5EF4-FFF2-40B4-BE49-F238E27FC236}">
                <a16:creationId xmlns:a16="http://schemas.microsoft.com/office/drawing/2014/main" id="{B542137A-E229-C6E4-1C0C-054C20C6C9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89351" y="2103091"/>
            <a:ext cx="492857" cy="421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7A4D346F-0E6A-AC0A-6A95-C681C08F13B4}"/>
              </a:ext>
            </a:extLst>
          </p:cNvPr>
          <p:cNvSpPr txBox="1"/>
          <p:nvPr/>
        </p:nvSpPr>
        <p:spPr>
          <a:xfrm>
            <a:off x="1538019" y="1897887"/>
            <a:ext cx="779459" cy="3706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CH" sz="904" err="1"/>
              <a:t>BioFluid</a:t>
            </a:r>
            <a:r>
              <a:rPr lang="fr-CH" sz="904"/>
              <a:t> extraction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7055B200-A1A3-F7B8-57DD-01997B12CC6F}"/>
              </a:ext>
            </a:extLst>
          </p:cNvPr>
          <p:cNvSpPr txBox="1"/>
          <p:nvPr/>
        </p:nvSpPr>
        <p:spPr>
          <a:xfrm>
            <a:off x="2542537" y="1780806"/>
            <a:ext cx="779459" cy="3706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CH" sz="904" err="1"/>
              <a:t>BrainD</a:t>
            </a:r>
            <a:r>
              <a:rPr lang="fr-CH" sz="904"/>
              <a:t>-EV extraction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BB0986FE-DABF-44BB-B950-2E3CE95BE1A1}"/>
              </a:ext>
            </a:extLst>
          </p:cNvPr>
          <p:cNvSpPr txBox="1"/>
          <p:nvPr/>
        </p:nvSpPr>
        <p:spPr>
          <a:xfrm>
            <a:off x="3725656" y="1749808"/>
            <a:ext cx="1026820" cy="3706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CH" sz="904"/>
              <a:t>Mass </a:t>
            </a:r>
            <a:r>
              <a:rPr lang="fr-CH" sz="904" err="1"/>
              <a:t>spectrometry</a:t>
            </a:r>
            <a:endParaRPr lang="fr-CH" sz="904"/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FD0AE885-D5D8-D72E-9014-32B4A16A30F6}"/>
              </a:ext>
            </a:extLst>
          </p:cNvPr>
          <p:cNvSpPr txBox="1"/>
          <p:nvPr/>
        </p:nvSpPr>
        <p:spPr>
          <a:xfrm>
            <a:off x="-1676101" y="1732834"/>
            <a:ext cx="263214" cy="271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1162"/>
              <a:t>a</a:t>
            </a:r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8DC21AD3-8436-D247-18C3-8C36FA5F7B9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344297" y="6139188"/>
            <a:ext cx="2989691" cy="1637385"/>
          </a:xfrm>
          <a:prstGeom prst="rect">
            <a:avLst/>
          </a:prstGeom>
        </p:spPr>
      </p:pic>
      <p:graphicFrame>
        <p:nvGraphicFramePr>
          <p:cNvPr id="20" name="Objet 19">
            <a:extLst>
              <a:ext uri="{FF2B5EF4-FFF2-40B4-BE49-F238E27FC236}">
                <a16:creationId xmlns:a16="http://schemas.microsoft.com/office/drawing/2014/main" id="{1381142D-2E5C-7C14-F612-6A2C947006C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94716" y="2677094"/>
          <a:ext cx="2493955" cy="32873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rism 10" r:id="rId7" imgW="3861735" imgH="5090777" progId="Prism10.Document">
                  <p:embed/>
                </p:oleObj>
              </mc:Choice>
              <mc:Fallback>
                <p:oleObj name="Prism 10" r:id="rId7" imgW="3861735" imgH="5090777" progId="Prism10.Document">
                  <p:embed/>
                  <p:pic>
                    <p:nvPicPr>
                      <p:cNvPr id="20" name="Objet 19">
                        <a:extLst>
                          <a:ext uri="{FF2B5EF4-FFF2-40B4-BE49-F238E27FC236}">
                            <a16:creationId xmlns:a16="http://schemas.microsoft.com/office/drawing/2014/main" id="{1381142D-2E5C-7C14-F612-6A2C947006C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094716" y="2677094"/>
                        <a:ext cx="2493955" cy="328734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5">
            <a:extLst>
              <a:ext uri="{FF2B5EF4-FFF2-40B4-BE49-F238E27FC236}">
                <a16:creationId xmlns:a16="http://schemas.microsoft.com/office/drawing/2014/main" id="{7212E67B-C70D-2C23-EEEC-F6589B65442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34132" y="2818970"/>
          <a:ext cx="1307493" cy="15681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rism 9" r:id="rId9" imgW="2611704" imgH="3131539" progId="Prism9.Document">
                  <p:embed/>
                </p:oleObj>
              </mc:Choice>
              <mc:Fallback>
                <p:oleObj name="Prism 9" r:id="rId9" imgW="2611704" imgH="3131539" progId="Prism9.Document">
                  <p:embed/>
                  <p:pic>
                    <p:nvPicPr>
                      <p:cNvPr id="16" name="Object 15">
                        <a:extLst>
                          <a:ext uri="{FF2B5EF4-FFF2-40B4-BE49-F238E27FC236}">
                            <a16:creationId xmlns:a16="http://schemas.microsoft.com/office/drawing/2014/main" id="{7212E67B-C70D-2C23-EEEC-F6589B65442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834132" y="2818970"/>
                        <a:ext cx="1307493" cy="156819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6">
            <a:extLst>
              <a:ext uri="{FF2B5EF4-FFF2-40B4-BE49-F238E27FC236}">
                <a16:creationId xmlns:a16="http://schemas.microsoft.com/office/drawing/2014/main" id="{F8AAEA72-E643-7FA1-EF4C-D66FF5B2077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19409" y="2826015"/>
          <a:ext cx="1300935" cy="15723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rism 9" r:id="rId11" imgW="2609904" imgH="3154589" progId="Prism9.Document">
                  <p:embed/>
                </p:oleObj>
              </mc:Choice>
              <mc:Fallback>
                <p:oleObj name="Prism 9" r:id="rId11" imgW="2609904" imgH="3154589" progId="Prism9.Document">
                  <p:embed/>
                  <p:pic>
                    <p:nvPicPr>
                      <p:cNvPr id="17" name="Object 16">
                        <a:extLst>
                          <a:ext uri="{FF2B5EF4-FFF2-40B4-BE49-F238E27FC236}">
                            <a16:creationId xmlns:a16="http://schemas.microsoft.com/office/drawing/2014/main" id="{F8AAEA72-E643-7FA1-EF4C-D66FF5B2077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719409" y="2826015"/>
                        <a:ext cx="1300935" cy="157235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17">
            <a:extLst>
              <a:ext uri="{FF2B5EF4-FFF2-40B4-BE49-F238E27FC236}">
                <a16:creationId xmlns:a16="http://schemas.microsoft.com/office/drawing/2014/main" id="{A2A6BA81-E1C0-D710-60F0-033328975FC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11311" y="2759873"/>
          <a:ext cx="1260462" cy="16863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rism 9" r:id="rId13" imgW="2541478" imgH="3399854" progId="Prism9.Document">
                  <p:embed/>
                </p:oleObj>
              </mc:Choice>
              <mc:Fallback>
                <p:oleObj name="Prism 9" r:id="rId13" imgW="2541478" imgH="3399854" progId="Prism9.Document">
                  <p:embed/>
                  <p:pic>
                    <p:nvPicPr>
                      <p:cNvPr id="18" name="Object 17">
                        <a:extLst>
                          <a:ext uri="{FF2B5EF4-FFF2-40B4-BE49-F238E27FC236}">
                            <a16:creationId xmlns:a16="http://schemas.microsoft.com/office/drawing/2014/main" id="{A2A6BA81-E1C0-D710-60F0-033328975FC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5111311" y="2759873"/>
                        <a:ext cx="1260462" cy="16863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18">
            <a:extLst>
              <a:ext uri="{FF2B5EF4-FFF2-40B4-BE49-F238E27FC236}">
                <a16:creationId xmlns:a16="http://schemas.microsoft.com/office/drawing/2014/main" id="{507CB97B-0E55-7030-2C7A-0F2E4785D9A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86125" y="4321175"/>
          <a:ext cx="1293813" cy="1636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rism 9" r:id="rId15" imgW="2565967" imgH="3248950" progId="Prism9.Document">
                  <p:embed/>
                </p:oleObj>
              </mc:Choice>
              <mc:Fallback>
                <p:oleObj name="Prism 9" r:id="rId15" imgW="2565967" imgH="3248950" progId="Prism9.Document">
                  <p:embed/>
                  <p:pic>
                    <p:nvPicPr>
                      <p:cNvPr id="19" name="Object 18">
                        <a:extLst>
                          <a:ext uri="{FF2B5EF4-FFF2-40B4-BE49-F238E27FC236}">
                            <a16:creationId xmlns:a16="http://schemas.microsoft.com/office/drawing/2014/main" id="{507CB97B-0E55-7030-2C7A-0F2E4785D9A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3286125" y="4321175"/>
                        <a:ext cx="1293813" cy="16367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20">
            <a:extLst>
              <a:ext uri="{FF2B5EF4-FFF2-40B4-BE49-F238E27FC236}">
                <a16:creationId xmlns:a16="http://schemas.microsoft.com/office/drawing/2014/main" id="{793BF225-103D-2EFD-BA1C-DB7243065B9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85017" y="4320619"/>
          <a:ext cx="1313427" cy="16599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rism 9" r:id="rId17" imgW="2611704" imgH="3300812" progId="Prism9.Document">
                  <p:embed/>
                </p:oleObj>
              </mc:Choice>
              <mc:Fallback>
                <p:oleObj name="Prism 9" r:id="rId17" imgW="2611704" imgH="3300812" progId="Prism9.Document">
                  <p:embed/>
                  <p:pic>
                    <p:nvPicPr>
                      <p:cNvPr id="21" name="Object 20">
                        <a:extLst>
                          <a:ext uri="{FF2B5EF4-FFF2-40B4-BE49-F238E27FC236}">
                            <a16:creationId xmlns:a16="http://schemas.microsoft.com/office/drawing/2014/main" id="{793BF225-103D-2EFD-BA1C-DB7243065B9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4485017" y="4320619"/>
                        <a:ext cx="1313427" cy="165994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643901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>
            <a:extLst>
              <a:ext uri="{FF2B5EF4-FFF2-40B4-BE49-F238E27FC236}">
                <a16:creationId xmlns:a16="http://schemas.microsoft.com/office/drawing/2014/main" id="{17CE2437-9A99-7DFB-8BBD-8C4232060277}"/>
              </a:ext>
            </a:extLst>
          </p:cNvPr>
          <p:cNvGrpSpPr/>
          <p:nvPr/>
        </p:nvGrpSpPr>
        <p:grpSpPr>
          <a:xfrm>
            <a:off x="-167783" y="1912923"/>
            <a:ext cx="7193565" cy="3942184"/>
            <a:chOff x="525665" y="295542"/>
            <a:chExt cx="11140669" cy="6105257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4BB6DA7E-4901-22DE-D09E-FA60D96AB66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25665" y="295542"/>
              <a:ext cx="11140669" cy="6105257"/>
            </a:xfrm>
            <a:prstGeom prst="rect">
              <a:avLst/>
            </a:prstGeom>
          </p:spPr>
        </p:pic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474E3BE1-2EB9-32A8-12B0-867F33A81D0C}"/>
                </a:ext>
              </a:extLst>
            </p:cNvPr>
            <p:cNvSpPr/>
            <p:nvPr/>
          </p:nvSpPr>
          <p:spPr>
            <a:xfrm>
              <a:off x="6915855" y="2540370"/>
              <a:ext cx="518474" cy="2422689"/>
            </a:xfrm>
            <a:prstGeom prst="roundRect">
              <a:avLst/>
            </a:prstGeom>
            <a:solidFill>
              <a:srgbClr val="FFC0CB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 sz="1162"/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0E8BC8E6-220C-AD9E-9C54-585E5656E5AF}"/>
                </a:ext>
              </a:extLst>
            </p:cNvPr>
            <p:cNvSpPr/>
            <p:nvPr/>
          </p:nvSpPr>
          <p:spPr>
            <a:xfrm>
              <a:off x="8122676" y="2545233"/>
              <a:ext cx="518474" cy="2422689"/>
            </a:xfrm>
            <a:prstGeom prst="roundRect">
              <a:avLst/>
            </a:prstGeom>
            <a:solidFill>
              <a:srgbClr val="ADFF2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 sz="1162"/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617AEDCA-CB18-7D9C-103A-091681236CC7}"/>
                </a:ext>
              </a:extLst>
            </p:cNvPr>
            <p:cNvSpPr/>
            <p:nvPr/>
          </p:nvSpPr>
          <p:spPr>
            <a:xfrm>
              <a:off x="5264523" y="2545234"/>
              <a:ext cx="518474" cy="2422689"/>
            </a:xfrm>
            <a:prstGeom prst="round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 sz="1162"/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036CF723-70EF-EEDE-0CFC-CEA31404CF9A}"/>
                </a:ext>
              </a:extLst>
            </p:cNvPr>
            <p:cNvSpPr/>
            <p:nvPr/>
          </p:nvSpPr>
          <p:spPr>
            <a:xfrm>
              <a:off x="6091952" y="2545234"/>
              <a:ext cx="518474" cy="2422689"/>
            </a:xfrm>
            <a:prstGeom prst="roundRect">
              <a:avLst/>
            </a:prstGeom>
            <a:solidFill>
              <a:srgbClr val="0000F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 sz="1162"/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116CBAAE-9033-2BB9-C0EE-8D5D3EEAC1C3}"/>
                </a:ext>
              </a:extLst>
            </p:cNvPr>
            <p:cNvSpPr/>
            <p:nvPr/>
          </p:nvSpPr>
          <p:spPr>
            <a:xfrm>
              <a:off x="4246323" y="2545234"/>
              <a:ext cx="518474" cy="2422689"/>
            </a:xfrm>
            <a:prstGeom prst="roundRect">
              <a:avLst/>
            </a:prstGeom>
            <a:solidFill>
              <a:srgbClr val="00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 sz="1162"/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A0F85095-DC4C-2E16-AFA1-48B8CBF21356}"/>
                </a:ext>
              </a:extLst>
            </p:cNvPr>
            <p:cNvSpPr/>
            <p:nvPr/>
          </p:nvSpPr>
          <p:spPr>
            <a:xfrm>
              <a:off x="9629933" y="2545235"/>
              <a:ext cx="518474" cy="2422689"/>
            </a:xfrm>
            <a:prstGeom prst="roundRect">
              <a:avLst/>
            </a:prstGeom>
            <a:solidFill>
              <a:srgbClr val="40E0D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 sz="1162"/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B04DC106-1D36-3971-4319-A7F4F695AD44}"/>
                </a:ext>
              </a:extLst>
            </p:cNvPr>
            <p:cNvSpPr/>
            <p:nvPr/>
          </p:nvSpPr>
          <p:spPr>
            <a:xfrm>
              <a:off x="8783757" y="2545236"/>
              <a:ext cx="518474" cy="2422689"/>
            </a:xfrm>
            <a:prstGeom prst="roundRect">
              <a:avLst/>
            </a:prstGeom>
            <a:solidFill>
              <a:srgbClr val="A020F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 sz="1162"/>
            </a:p>
          </p:txBody>
        </p: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CAA28A94-68DC-395D-18F1-CE8633327CEF}"/>
                </a:ext>
              </a:extLst>
            </p:cNvPr>
            <p:cNvSpPr/>
            <p:nvPr/>
          </p:nvSpPr>
          <p:spPr>
            <a:xfrm>
              <a:off x="7525067" y="2545233"/>
              <a:ext cx="518474" cy="2422689"/>
            </a:xfrm>
            <a:prstGeom prst="roundRect">
              <a:avLst/>
            </a:prstGeom>
            <a:solidFill>
              <a:srgbClr val="D2B48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 sz="1162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70E6C7B-41C2-1D71-50DE-E8456BA18D48}"/>
                </a:ext>
              </a:extLst>
            </p:cNvPr>
            <p:cNvSpPr txBox="1"/>
            <p:nvPr/>
          </p:nvSpPr>
          <p:spPr>
            <a:xfrm rot="16200000">
              <a:off x="6355953" y="3546808"/>
              <a:ext cx="1683679" cy="41995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62" b="1"/>
                <a:t>Mitochondria</a:t>
              </a:r>
              <a:endParaRPr lang="en-CH" sz="1162" b="1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6FF449A4-61C6-D7D0-4EFF-49E3DF66EA30}"/>
                </a:ext>
              </a:extLst>
            </p:cNvPr>
            <p:cNvSpPr txBox="1"/>
            <p:nvPr/>
          </p:nvSpPr>
          <p:spPr>
            <a:xfrm rot="16200000">
              <a:off x="3834727" y="3557802"/>
              <a:ext cx="1348531" cy="41995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62" b="1" dirty="0"/>
                <a:t>Ribosome</a:t>
              </a:r>
              <a:endParaRPr lang="en-CH" sz="1162" b="1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83F3F18-06C7-4CBA-D246-87F9283D7163}"/>
                </a:ext>
              </a:extLst>
            </p:cNvPr>
            <p:cNvSpPr txBox="1"/>
            <p:nvPr/>
          </p:nvSpPr>
          <p:spPr>
            <a:xfrm rot="16200000">
              <a:off x="8151919" y="3669639"/>
              <a:ext cx="1778017" cy="41995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62" b="1"/>
                <a:t> Cell Signaling</a:t>
              </a:r>
              <a:endParaRPr lang="en-CH" sz="1162" b="1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9C22E667-7B44-4AF9-CF6F-4DB56C1F9524}"/>
                </a:ext>
              </a:extLst>
            </p:cNvPr>
            <p:cNvSpPr txBox="1"/>
            <p:nvPr/>
          </p:nvSpPr>
          <p:spPr>
            <a:xfrm rot="16200000">
              <a:off x="8849967" y="3671325"/>
              <a:ext cx="2078407" cy="41995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62" b="1"/>
                <a:t> Synaptic Vesicle</a:t>
              </a:r>
              <a:endParaRPr lang="en-CH" sz="1162" b="1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503B6C3F-741A-E95B-C989-A021ECEFF47D}"/>
                </a:ext>
              </a:extLst>
            </p:cNvPr>
            <p:cNvSpPr txBox="1"/>
            <p:nvPr/>
          </p:nvSpPr>
          <p:spPr>
            <a:xfrm rot="16200000">
              <a:off x="5280643" y="3445975"/>
              <a:ext cx="2119941" cy="6969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62" b="1"/>
                <a:t>Extracellular vesicle signaling</a:t>
              </a:r>
              <a:endParaRPr lang="en-CH" sz="1162" b="1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87269E79-96D3-B0F0-1CD3-0FC00789748B}"/>
                </a:ext>
              </a:extLst>
            </p:cNvPr>
            <p:cNvSpPr txBox="1"/>
            <p:nvPr/>
          </p:nvSpPr>
          <p:spPr>
            <a:xfrm rot="16200000">
              <a:off x="4566878" y="3163531"/>
              <a:ext cx="1933508" cy="6969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62" b="1"/>
                <a:t> Endoplasmic Reticulum</a:t>
              </a:r>
              <a:endParaRPr lang="en-CH" sz="1162" b="1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65DDD58D-BC10-6B19-7E0E-0D2C784848F0}"/>
                </a:ext>
              </a:extLst>
            </p:cNvPr>
            <p:cNvSpPr txBox="1"/>
            <p:nvPr/>
          </p:nvSpPr>
          <p:spPr>
            <a:xfrm rot="16200000">
              <a:off x="6987271" y="3499466"/>
              <a:ext cx="1615406" cy="4199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62" b="1"/>
                <a:t>Proteasome</a:t>
              </a:r>
              <a:endParaRPr lang="en-CH" sz="1162" b="1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7279C4E3-04DE-7988-D6EF-AC0ACD012500}"/>
                </a:ext>
              </a:extLst>
            </p:cNvPr>
            <p:cNvSpPr txBox="1"/>
            <p:nvPr/>
          </p:nvSpPr>
          <p:spPr>
            <a:xfrm rot="16200000">
              <a:off x="7370083" y="3445975"/>
              <a:ext cx="1978259" cy="6969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62" b="1"/>
                <a:t>Axonal Transport</a:t>
              </a:r>
              <a:endParaRPr lang="en-CH" sz="1162" b="1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37C50476-E4B3-CA63-D3F8-FB1E9E52648F}"/>
                </a:ext>
              </a:extLst>
            </p:cNvPr>
            <p:cNvSpPr txBox="1"/>
            <p:nvPr/>
          </p:nvSpPr>
          <p:spPr>
            <a:xfrm>
              <a:off x="6934841" y="2595182"/>
              <a:ext cx="598795" cy="41995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62" b="1"/>
                <a:t>M1</a:t>
              </a:r>
              <a:endParaRPr lang="en-CH" sz="1162" b="1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09A084D-8116-BED9-CAE9-E36988FA26AD}"/>
                </a:ext>
              </a:extLst>
            </p:cNvPr>
            <p:cNvSpPr txBox="1"/>
            <p:nvPr/>
          </p:nvSpPr>
          <p:spPr>
            <a:xfrm>
              <a:off x="8792300" y="2595182"/>
              <a:ext cx="598795" cy="41995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62" b="1"/>
                <a:t>M2</a:t>
              </a:r>
              <a:endParaRPr lang="en-CH" sz="1162" b="1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FA64AAFC-85F3-CFDD-E8D8-938BFCC6BF57}"/>
                </a:ext>
              </a:extLst>
            </p:cNvPr>
            <p:cNvSpPr txBox="1"/>
            <p:nvPr/>
          </p:nvSpPr>
          <p:spPr>
            <a:xfrm>
              <a:off x="9651156" y="2595182"/>
              <a:ext cx="598795" cy="41995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62" b="1"/>
                <a:t>M3</a:t>
              </a:r>
              <a:endParaRPr lang="en-CH" sz="1162" b="1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39C9E90-8406-40E0-F921-6C49E51CB19D}"/>
                </a:ext>
              </a:extLst>
            </p:cNvPr>
            <p:cNvSpPr txBox="1"/>
            <p:nvPr/>
          </p:nvSpPr>
          <p:spPr>
            <a:xfrm>
              <a:off x="4287126" y="2595182"/>
              <a:ext cx="598795" cy="41995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62" b="1"/>
                <a:t>M4</a:t>
              </a:r>
              <a:endParaRPr lang="en-CH" sz="1162" b="1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29B3ABA8-D8E6-5798-5A40-0BDA8816AC72}"/>
                </a:ext>
              </a:extLst>
            </p:cNvPr>
            <p:cNvSpPr txBox="1"/>
            <p:nvPr/>
          </p:nvSpPr>
          <p:spPr>
            <a:xfrm>
              <a:off x="6058554" y="2595182"/>
              <a:ext cx="598795" cy="41995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62" b="1"/>
                <a:t>M5</a:t>
              </a:r>
              <a:endParaRPr lang="en-CH" sz="1162" b="1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ABACBDA8-0AE5-2BD5-08E3-0201D8F70B3F}"/>
                </a:ext>
              </a:extLst>
            </p:cNvPr>
            <p:cNvSpPr txBox="1"/>
            <p:nvPr/>
          </p:nvSpPr>
          <p:spPr>
            <a:xfrm>
              <a:off x="5285746" y="2595182"/>
              <a:ext cx="598795" cy="41995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62" b="1"/>
                <a:t>M6</a:t>
              </a:r>
              <a:endParaRPr lang="en-CH" sz="1162" b="1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742EC03B-E006-2195-F5B9-D5357B4086C5}"/>
                </a:ext>
              </a:extLst>
            </p:cNvPr>
            <p:cNvSpPr txBox="1"/>
            <p:nvPr/>
          </p:nvSpPr>
          <p:spPr>
            <a:xfrm>
              <a:off x="8143898" y="2549791"/>
              <a:ext cx="598795" cy="41995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62" b="1"/>
                <a:t>M7</a:t>
              </a:r>
              <a:endParaRPr lang="en-CH" sz="1162" b="1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8894989B-1C7A-557D-22B2-4D8BBE36B3C2}"/>
                </a:ext>
              </a:extLst>
            </p:cNvPr>
            <p:cNvSpPr txBox="1"/>
            <p:nvPr/>
          </p:nvSpPr>
          <p:spPr>
            <a:xfrm>
              <a:off x="7523322" y="2586638"/>
              <a:ext cx="598795" cy="41995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62" b="1"/>
                <a:t>M8</a:t>
              </a:r>
              <a:endParaRPr lang="en-CH" sz="1162" b="1"/>
            </a:p>
          </p:txBody>
        </p:sp>
      </p:grpSp>
    </p:spTree>
    <p:extLst>
      <p:ext uri="{BB962C8B-B14F-4D97-AF65-F5344CB8AC3E}">
        <p14:creationId xmlns:p14="http://schemas.microsoft.com/office/powerpoint/2010/main" val="16813228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C692ECC3-C75B-43DC-8947-B3F96B1BAA7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-402270" y="1795261"/>
          <a:ext cx="1685188" cy="20408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rism 9" r:id="rId2" imgW="2609904" imgH="3160712" progId="Prism9.Document">
                  <p:embed/>
                </p:oleObj>
              </mc:Choice>
              <mc:Fallback>
                <p:oleObj name="Prism 9" r:id="rId2" imgW="2609904" imgH="3160712" progId="Prism9.Document">
                  <p:embed/>
                  <p:pic>
                    <p:nvPicPr>
                      <p:cNvPr id="3" name="Object 2">
                        <a:extLst>
                          <a:ext uri="{FF2B5EF4-FFF2-40B4-BE49-F238E27FC236}">
                            <a16:creationId xmlns:a16="http://schemas.microsoft.com/office/drawing/2014/main" id="{C692ECC3-C75B-43DC-8947-B3F96B1BAA7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-402270" y="1795261"/>
                        <a:ext cx="1685188" cy="204088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7D334DC9-260C-7972-1D64-D20FF314C61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80251" y="1799361"/>
          <a:ext cx="1685188" cy="20367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rism 9" r:id="rId4" imgW="2609904" imgH="3154589" progId="Prism9.Document">
                  <p:embed/>
                </p:oleObj>
              </mc:Choice>
              <mc:Fallback>
                <p:oleObj name="Prism 9" r:id="rId4" imgW="2609904" imgH="3154589" progId="Prism9.Document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7D334DC9-260C-7972-1D64-D20FF314C61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280251" y="1799361"/>
                        <a:ext cx="1685188" cy="203678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D23E2335-BDEB-80E1-F8BD-39044105CA8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62772" y="1799361"/>
          <a:ext cx="1686213" cy="20224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rism 9" r:id="rId6" imgW="2611704" imgH="3131539" progId="Prism9.Document">
                  <p:embed/>
                </p:oleObj>
              </mc:Choice>
              <mc:Fallback>
                <p:oleObj name="Prism 9" r:id="rId6" imgW="2611704" imgH="3131539" progId="Prism9.Document">
                  <p:embed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D23E2335-BDEB-80E1-F8BD-39044105CA8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962772" y="1799361"/>
                        <a:ext cx="1686213" cy="202243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E424B3D9-F76C-6D7B-4E5E-278577C11CE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47960" y="1673278"/>
          <a:ext cx="1685188" cy="2148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rism 9" r:id="rId8" imgW="2609904" imgH="3326743" progId="Prism9.Document">
                  <p:embed/>
                </p:oleObj>
              </mc:Choice>
              <mc:Fallback>
                <p:oleObj name="Prism 9" r:id="rId8" imgW="2609904" imgH="3326743" progId="Prism9.Document">
                  <p:embed/>
                  <p:pic>
                    <p:nvPicPr>
                      <p:cNvPr id="6" name="Object 5">
                        <a:extLst>
                          <a:ext uri="{FF2B5EF4-FFF2-40B4-BE49-F238E27FC236}">
                            <a16:creationId xmlns:a16="http://schemas.microsoft.com/office/drawing/2014/main" id="{E424B3D9-F76C-6D7B-4E5E-278577C11CE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4647960" y="1673278"/>
                        <a:ext cx="1685188" cy="21485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3BBB6D06-E5AA-224D-9718-DE440269462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-291392" y="3881488"/>
          <a:ext cx="1641111" cy="21956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rism 9" r:id="rId10" imgW="2541478" imgH="3399854" progId="Prism9.Document">
                  <p:embed/>
                </p:oleObj>
              </mc:Choice>
              <mc:Fallback>
                <p:oleObj name="Prism 9" r:id="rId10" imgW="2541478" imgH="3399854" progId="Prism9.Document">
                  <p:embed/>
                  <p:pic>
                    <p:nvPicPr>
                      <p:cNvPr id="7" name="Object 6">
                        <a:extLst>
                          <a:ext uri="{FF2B5EF4-FFF2-40B4-BE49-F238E27FC236}">
                            <a16:creationId xmlns:a16="http://schemas.microsoft.com/office/drawing/2014/main" id="{3BBB6D06-E5AA-224D-9718-DE440269462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-291392" y="3881488"/>
                        <a:ext cx="1641111" cy="21956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3E99CC60-0A36-6C2A-327F-8BB4487D3D1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51172" y="3881488"/>
          <a:ext cx="1683138" cy="20982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rism 9" r:id="rId12" imgW="2607022" imgH="3248950" progId="Prism9.Document">
                  <p:embed/>
                </p:oleObj>
              </mc:Choice>
              <mc:Fallback>
                <p:oleObj name="Prism 9" r:id="rId12" imgW="2607022" imgH="3248950" progId="Prism9.Document">
                  <p:embed/>
                  <p:pic>
                    <p:nvPicPr>
                      <p:cNvPr id="8" name="Object 7">
                        <a:extLst>
                          <a:ext uri="{FF2B5EF4-FFF2-40B4-BE49-F238E27FC236}">
                            <a16:creationId xmlns:a16="http://schemas.microsoft.com/office/drawing/2014/main" id="{3E99CC60-0A36-6C2A-327F-8BB4487D3D1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251172" y="3881488"/>
                        <a:ext cx="1683138" cy="20982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F15DB749-EF45-2AC0-E23D-8DCBE1C1894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65440" y="3848686"/>
          <a:ext cx="1686213" cy="2131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rism 9" r:id="rId14" imgW="2611704" imgH="3300812" progId="Prism9.Document">
                  <p:embed/>
                </p:oleObj>
              </mc:Choice>
              <mc:Fallback>
                <p:oleObj name="Prism 9" r:id="rId14" imgW="2611704" imgH="3300812" progId="Prism9.Document">
                  <p:embed/>
                  <p:pic>
                    <p:nvPicPr>
                      <p:cNvPr id="9" name="Object 8">
                        <a:extLst>
                          <a:ext uri="{FF2B5EF4-FFF2-40B4-BE49-F238E27FC236}">
                            <a16:creationId xmlns:a16="http://schemas.microsoft.com/office/drawing/2014/main" id="{F15DB749-EF45-2AC0-E23D-8DCBE1C1894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2965440" y="3848686"/>
                        <a:ext cx="1686213" cy="21310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>
            <a:extLst>
              <a:ext uri="{FF2B5EF4-FFF2-40B4-BE49-F238E27FC236}">
                <a16:creationId xmlns:a16="http://schemas.microsoft.com/office/drawing/2014/main" id="{18DE6F87-2232-21CD-4E0F-EB8EF425A95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43649" y="3882513"/>
          <a:ext cx="1764117" cy="20972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rism 9" r:id="rId16" imgW="2731990" imgH="3247509" progId="Prism9.Document">
                  <p:embed/>
                </p:oleObj>
              </mc:Choice>
              <mc:Fallback>
                <p:oleObj name="Prism 9" r:id="rId16" imgW="2731990" imgH="3247509" progId="Prism9.Document">
                  <p:embed/>
                  <p:pic>
                    <p:nvPicPr>
                      <p:cNvPr id="10" name="Object 9">
                        <a:extLst>
                          <a:ext uri="{FF2B5EF4-FFF2-40B4-BE49-F238E27FC236}">
                            <a16:creationId xmlns:a16="http://schemas.microsoft.com/office/drawing/2014/main" id="{18DE6F87-2232-21CD-4E0F-EB8EF425A95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4643649" y="3882513"/>
                        <a:ext cx="1764117" cy="20972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968019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t 3">
            <a:extLst>
              <a:ext uri="{FF2B5EF4-FFF2-40B4-BE49-F238E27FC236}">
                <a16:creationId xmlns:a16="http://schemas.microsoft.com/office/drawing/2014/main" id="{48A7D183-5E99-A8D2-77A1-120AC736D3C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98991302"/>
              </p:ext>
            </p:extLst>
          </p:nvPr>
        </p:nvGraphicFramePr>
        <p:xfrm>
          <a:off x="-1547633" y="3343701"/>
          <a:ext cx="2122539" cy="16618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rism 9" r:id="rId3" imgW="4614779" imgH="3613425" progId="Prism9.Document">
                  <p:embed/>
                </p:oleObj>
              </mc:Choice>
              <mc:Fallback>
                <p:oleObj name="Prism 9" r:id="rId3" imgW="4614779" imgH="3613425" progId="Prism9.Document">
                  <p:embed/>
                  <p:pic>
                    <p:nvPicPr>
                      <p:cNvPr id="4" name="Objet 3">
                        <a:extLst>
                          <a:ext uri="{FF2B5EF4-FFF2-40B4-BE49-F238E27FC236}">
                            <a16:creationId xmlns:a16="http://schemas.microsoft.com/office/drawing/2014/main" id="{48A7D183-5E99-A8D2-77A1-120AC736D3C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-1547633" y="3343701"/>
                        <a:ext cx="2122539" cy="16618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ZoneTexte 9">
            <a:extLst>
              <a:ext uri="{FF2B5EF4-FFF2-40B4-BE49-F238E27FC236}">
                <a16:creationId xmlns:a16="http://schemas.microsoft.com/office/drawing/2014/main" id="{C518E386-9AA4-3FD2-633B-2D4EFE411A4D}"/>
              </a:ext>
            </a:extLst>
          </p:cNvPr>
          <p:cNvSpPr txBox="1"/>
          <p:nvPr/>
        </p:nvSpPr>
        <p:spPr>
          <a:xfrm>
            <a:off x="-507206" y="-314323"/>
            <a:ext cx="7828772" cy="330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550">
                <a:solidFill>
                  <a:srgbClr val="000000"/>
                </a:solidFill>
                <a:latin typeface="Aptos" panose="020B0004020202020204" pitchFamily="34" charset="0"/>
              </a:rPr>
              <a:t>SV2A in ISF’s brain derived EV</a:t>
            </a:r>
          </a:p>
        </p:txBody>
      </p:sp>
      <p:graphicFrame>
        <p:nvGraphicFramePr>
          <p:cNvPr id="13" name="Objet 12">
            <a:extLst>
              <a:ext uri="{FF2B5EF4-FFF2-40B4-BE49-F238E27FC236}">
                <a16:creationId xmlns:a16="http://schemas.microsoft.com/office/drawing/2014/main" id="{99C77A9B-8167-4EAA-C373-0BB71F9C1EB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2663842"/>
              </p:ext>
            </p:extLst>
          </p:nvPr>
        </p:nvGraphicFramePr>
        <p:xfrm>
          <a:off x="6992028" y="3865607"/>
          <a:ext cx="1301894" cy="16144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rism 9" r:id="rId5" imgW="2433077" imgH="3018811" progId="Prism9.Document">
                  <p:embed/>
                </p:oleObj>
              </mc:Choice>
              <mc:Fallback>
                <p:oleObj name="Prism 9" r:id="rId5" imgW="2433077" imgH="3018811" progId="Prism9.Document">
                  <p:embed/>
                  <p:pic>
                    <p:nvPicPr>
                      <p:cNvPr id="13" name="Objet 12">
                        <a:extLst>
                          <a:ext uri="{FF2B5EF4-FFF2-40B4-BE49-F238E27FC236}">
                            <a16:creationId xmlns:a16="http://schemas.microsoft.com/office/drawing/2014/main" id="{99C77A9B-8167-4EAA-C373-0BB71F9C1EB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992028" y="3865607"/>
                        <a:ext cx="1301894" cy="16144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t 13">
            <a:extLst>
              <a:ext uri="{FF2B5EF4-FFF2-40B4-BE49-F238E27FC236}">
                <a16:creationId xmlns:a16="http://schemas.microsoft.com/office/drawing/2014/main" id="{48BBED33-9780-5D22-26E5-396D06BF2F2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53419928"/>
              </p:ext>
            </p:extLst>
          </p:nvPr>
        </p:nvGraphicFramePr>
        <p:xfrm>
          <a:off x="4574872" y="3331147"/>
          <a:ext cx="1250287" cy="14405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rism 9" r:id="rId7" imgW="2411829" imgH="2777868" progId="Prism9.Document">
                  <p:embed/>
                </p:oleObj>
              </mc:Choice>
              <mc:Fallback>
                <p:oleObj name="Prism 9" r:id="rId7" imgW="2411829" imgH="2777868" progId="Prism9.Document">
                  <p:embed/>
                  <p:pic>
                    <p:nvPicPr>
                      <p:cNvPr id="14" name="Objet 13">
                        <a:extLst>
                          <a:ext uri="{FF2B5EF4-FFF2-40B4-BE49-F238E27FC236}">
                            <a16:creationId xmlns:a16="http://schemas.microsoft.com/office/drawing/2014/main" id="{48BBED33-9780-5D22-26E5-396D06BF2F2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574872" y="3331147"/>
                        <a:ext cx="1250287" cy="144052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t 15">
            <a:extLst>
              <a:ext uri="{FF2B5EF4-FFF2-40B4-BE49-F238E27FC236}">
                <a16:creationId xmlns:a16="http://schemas.microsoft.com/office/drawing/2014/main" id="{CAECCAC4-1F15-BD1B-0FAF-60402E02DE2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3794472"/>
              </p:ext>
            </p:extLst>
          </p:nvPr>
        </p:nvGraphicFramePr>
        <p:xfrm>
          <a:off x="365125" y="4889500"/>
          <a:ext cx="1319213" cy="1593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rism 9" r:id="rId9" imgW="2500422" imgH="3018811" progId="Prism9.Document">
                  <p:embed/>
                </p:oleObj>
              </mc:Choice>
              <mc:Fallback>
                <p:oleObj name="Prism 9" r:id="rId9" imgW="2500422" imgH="3018811" progId="Prism9.Document">
                  <p:embed/>
                  <p:pic>
                    <p:nvPicPr>
                      <p:cNvPr id="16" name="Objet 15">
                        <a:extLst>
                          <a:ext uri="{FF2B5EF4-FFF2-40B4-BE49-F238E27FC236}">
                            <a16:creationId xmlns:a16="http://schemas.microsoft.com/office/drawing/2014/main" id="{CAECCAC4-1F15-BD1B-0FAF-60402E02DE2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65125" y="4889500"/>
                        <a:ext cx="1319213" cy="15938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t 16">
            <a:extLst>
              <a:ext uri="{FF2B5EF4-FFF2-40B4-BE49-F238E27FC236}">
                <a16:creationId xmlns:a16="http://schemas.microsoft.com/office/drawing/2014/main" id="{FAB99703-5500-6FB4-8C63-A99F6D89DAB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27200047"/>
              </p:ext>
            </p:extLst>
          </p:nvPr>
        </p:nvGraphicFramePr>
        <p:xfrm>
          <a:off x="3288036" y="3243873"/>
          <a:ext cx="1307708" cy="15278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rism 9" r:id="rId11" imgW="2584334" imgH="3018811" progId="Prism9.Document">
                  <p:embed/>
                </p:oleObj>
              </mc:Choice>
              <mc:Fallback>
                <p:oleObj name="Prism 9" r:id="rId11" imgW="2584334" imgH="3018811" progId="Prism9.Document">
                  <p:embed/>
                  <p:pic>
                    <p:nvPicPr>
                      <p:cNvPr id="17" name="Objet 16">
                        <a:extLst>
                          <a:ext uri="{FF2B5EF4-FFF2-40B4-BE49-F238E27FC236}">
                            <a16:creationId xmlns:a16="http://schemas.microsoft.com/office/drawing/2014/main" id="{FAB99703-5500-6FB4-8C63-A99F6D89DAB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288036" y="3243873"/>
                        <a:ext cx="1307708" cy="152780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t 17">
            <a:extLst>
              <a:ext uri="{FF2B5EF4-FFF2-40B4-BE49-F238E27FC236}">
                <a16:creationId xmlns:a16="http://schemas.microsoft.com/office/drawing/2014/main" id="{5C716572-17D4-F735-68B7-76CAA817392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10995199"/>
              </p:ext>
            </p:extLst>
          </p:nvPr>
        </p:nvGraphicFramePr>
        <p:xfrm>
          <a:off x="6932392" y="3330449"/>
          <a:ext cx="1310019" cy="14412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rism 9" r:id="rId13" imgW="2526352" imgH="2777868" progId="Prism9.Document">
                  <p:embed/>
                </p:oleObj>
              </mc:Choice>
              <mc:Fallback>
                <p:oleObj name="Prism 9" r:id="rId13" imgW="2526352" imgH="2777868" progId="Prism9.Document">
                  <p:embed/>
                  <p:pic>
                    <p:nvPicPr>
                      <p:cNvPr id="18" name="Objet 17">
                        <a:extLst>
                          <a:ext uri="{FF2B5EF4-FFF2-40B4-BE49-F238E27FC236}">
                            <a16:creationId xmlns:a16="http://schemas.microsoft.com/office/drawing/2014/main" id="{5C716572-17D4-F735-68B7-76CAA817392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6932392" y="3330449"/>
                        <a:ext cx="1310019" cy="144122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t 18">
            <a:extLst>
              <a:ext uri="{FF2B5EF4-FFF2-40B4-BE49-F238E27FC236}">
                <a16:creationId xmlns:a16="http://schemas.microsoft.com/office/drawing/2014/main" id="{7707491A-1EFF-3C06-B3B1-6187DA6D569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06444062"/>
              </p:ext>
            </p:extLst>
          </p:nvPr>
        </p:nvGraphicFramePr>
        <p:xfrm>
          <a:off x="1620260" y="5035703"/>
          <a:ext cx="1250379" cy="14405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rism 9" r:id="rId15" imgW="2411829" imgH="2777868" progId="Prism9.Document">
                  <p:embed/>
                </p:oleObj>
              </mc:Choice>
              <mc:Fallback>
                <p:oleObj name="Prism 9" r:id="rId15" imgW="2411829" imgH="2777868" progId="Prism9.Document">
                  <p:embed/>
                  <p:pic>
                    <p:nvPicPr>
                      <p:cNvPr id="19" name="Objet 18">
                        <a:extLst>
                          <a:ext uri="{FF2B5EF4-FFF2-40B4-BE49-F238E27FC236}">
                            <a16:creationId xmlns:a16="http://schemas.microsoft.com/office/drawing/2014/main" id="{7707491A-1EFF-3C06-B3B1-6187DA6D56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620260" y="5035703"/>
                        <a:ext cx="1250379" cy="144052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t 19">
            <a:extLst>
              <a:ext uri="{FF2B5EF4-FFF2-40B4-BE49-F238E27FC236}">
                <a16:creationId xmlns:a16="http://schemas.microsoft.com/office/drawing/2014/main" id="{C9ABB2B7-BBDB-8352-6AF3-CB4C8E001AE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83781488"/>
              </p:ext>
            </p:extLst>
          </p:nvPr>
        </p:nvGraphicFramePr>
        <p:xfrm>
          <a:off x="6992028" y="2237815"/>
          <a:ext cx="1336286" cy="1550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rism 9" r:id="rId17" imgW="2602341" imgH="3018811" progId="Prism9.Document">
                  <p:embed/>
                </p:oleObj>
              </mc:Choice>
              <mc:Fallback>
                <p:oleObj name="Prism 9" r:id="rId17" imgW="2602341" imgH="3018811" progId="Prism9.Document">
                  <p:embed/>
                  <p:pic>
                    <p:nvPicPr>
                      <p:cNvPr id="20" name="Objet 19">
                        <a:extLst>
                          <a:ext uri="{FF2B5EF4-FFF2-40B4-BE49-F238E27FC236}">
                            <a16:creationId xmlns:a16="http://schemas.microsoft.com/office/drawing/2014/main" id="{C9ABB2B7-BBDB-8352-6AF3-CB4C8E001AE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6992028" y="2237815"/>
                        <a:ext cx="1336286" cy="15507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Objet 29">
            <a:extLst>
              <a:ext uri="{FF2B5EF4-FFF2-40B4-BE49-F238E27FC236}">
                <a16:creationId xmlns:a16="http://schemas.microsoft.com/office/drawing/2014/main" id="{1177DF0E-1212-30AA-CE0C-463DDCD4789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0029621"/>
              </p:ext>
            </p:extLst>
          </p:nvPr>
        </p:nvGraphicFramePr>
        <p:xfrm>
          <a:off x="1909874" y="3247774"/>
          <a:ext cx="1350512" cy="15117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rism 9" r:id="rId19" imgW="2695616" imgH="3018811" progId="Prism9.Document">
                  <p:embed/>
                </p:oleObj>
              </mc:Choice>
              <mc:Fallback>
                <p:oleObj name="Prism 9" r:id="rId19" imgW="2695616" imgH="3018811" progId="Prism9.Document">
                  <p:embed/>
                  <p:pic>
                    <p:nvPicPr>
                      <p:cNvPr id="30" name="Objet 29">
                        <a:extLst>
                          <a:ext uri="{FF2B5EF4-FFF2-40B4-BE49-F238E27FC236}">
                            <a16:creationId xmlns:a16="http://schemas.microsoft.com/office/drawing/2014/main" id="{1177DF0E-1212-30AA-CE0C-463DDCD4789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1909874" y="3247774"/>
                        <a:ext cx="1350512" cy="151176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t 1">
            <a:extLst>
              <a:ext uri="{FF2B5EF4-FFF2-40B4-BE49-F238E27FC236}">
                <a16:creationId xmlns:a16="http://schemas.microsoft.com/office/drawing/2014/main" id="{1B111DC4-2AF1-C78C-DC09-7AB511FD49F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60623072"/>
              </p:ext>
            </p:extLst>
          </p:nvPr>
        </p:nvGraphicFramePr>
        <p:xfrm>
          <a:off x="2802807" y="4964462"/>
          <a:ext cx="1350512" cy="15117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rism 9" r:id="rId21" imgW="2695616" imgH="3018811" progId="Prism9.Document">
                  <p:embed/>
                </p:oleObj>
              </mc:Choice>
              <mc:Fallback>
                <p:oleObj name="Prism 9" r:id="rId21" imgW="2695616" imgH="3018811" progId="Prism9.Document">
                  <p:embed/>
                  <p:pic>
                    <p:nvPicPr>
                      <p:cNvPr id="2" name="Objet 1">
                        <a:extLst>
                          <a:ext uri="{FF2B5EF4-FFF2-40B4-BE49-F238E27FC236}">
                            <a16:creationId xmlns:a16="http://schemas.microsoft.com/office/drawing/2014/main" id="{1B111DC4-2AF1-C78C-DC09-7AB511FD49F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2802807" y="4964462"/>
                        <a:ext cx="1350512" cy="151176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t 2">
            <a:extLst>
              <a:ext uri="{FF2B5EF4-FFF2-40B4-BE49-F238E27FC236}">
                <a16:creationId xmlns:a16="http://schemas.microsoft.com/office/drawing/2014/main" id="{AA62CC7F-839D-046B-239B-A3FBC6B99DA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09040992"/>
              </p:ext>
            </p:extLst>
          </p:nvPr>
        </p:nvGraphicFramePr>
        <p:xfrm>
          <a:off x="3985354" y="4964276"/>
          <a:ext cx="1437125" cy="15119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rism 9" r:id="rId23" imgW="2869201" imgH="3018811" progId="Prism9.Document">
                  <p:embed/>
                </p:oleObj>
              </mc:Choice>
              <mc:Fallback>
                <p:oleObj name="Prism 9" r:id="rId23" imgW="2869201" imgH="3018811" progId="Prism9.Document">
                  <p:embed/>
                  <p:pic>
                    <p:nvPicPr>
                      <p:cNvPr id="3" name="Objet 2">
                        <a:extLst>
                          <a:ext uri="{FF2B5EF4-FFF2-40B4-BE49-F238E27FC236}">
                            <a16:creationId xmlns:a16="http://schemas.microsoft.com/office/drawing/2014/main" id="{AA62CC7F-839D-046B-239B-A3FBC6B99DA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3985354" y="4964276"/>
                        <a:ext cx="1437125" cy="151195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t 4">
            <a:extLst>
              <a:ext uri="{FF2B5EF4-FFF2-40B4-BE49-F238E27FC236}">
                <a16:creationId xmlns:a16="http://schemas.microsoft.com/office/drawing/2014/main" id="{00499602-FE82-2FC6-18F8-D4A9F36BCCB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31535630"/>
              </p:ext>
            </p:extLst>
          </p:nvPr>
        </p:nvGraphicFramePr>
        <p:xfrm>
          <a:off x="5268033" y="4964276"/>
          <a:ext cx="1353071" cy="15119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rism 9" r:id="rId25" imgW="2699937" imgH="3018811" progId="Prism9.Document">
                  <p:embed/>
                </p:oleObj>
              </mc:Choice>
              <mc:Fallback>
                <p:oleObj name="Prism 9" r:id="rId25" imgW="2699937" imgH="3018811" progId="Prism9.Document">
                  <p:embed/>
                  <p:pic>
                    <p:nvPicPr>
                      <p:cNvPr id="5" name="Objet 4">
                        <a:extLst>
                          <a:ext uri="{FF2B5EF4-FFF2-40B4-BE49-F238E27FC236}">
                            <a16:creationId xmlns:a16="http://schemas.microsoft.com/office/drawing/2014/main" id="{00499602-FE82-2FC6-18F8-D4A9F36BCCB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5268033" y="4964276"/>
                        <a:ext cx="1353071" cy="151195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ZoneTexte 5">
            <a:extLst>
              <a:ext uri="{FF2B5EF4-FFF2-40B4-BE49-F238E27FC236}">
                <a16:creationId xmlns:a16="http://schemas.microsoft.com/office/drawing/2014/main" id="{F07959B6-DE36-5973-A63F-8542CF73AE05}"/>
              </a:ext>
            </a:extLst>
          </p:cNvPr>
          <p:cNvSpPr txBox="1"/>
          <p:nvPr/>
        </p:nvSpPr>
        <p:spPr>
          <a:xfrm>
            <a:off x="-1512186" y="3091970"/>
            <a:ext cx="268022" cy="271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1162"/>
              <a:t>b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70A789E5-F4B3-80D9-5184-82CFEE696F04}"/>
              </a:ext>
            </a:extLst>
          </p:cNvPr>
          <p:cNvSpPr txBox="1"/>
          <p:nvPr/>
        </p:nvSpPr>
        <p:spPr>
          <a:xfrm>
            <a:off x="1701009" y="3120498"/>
            <a:ext cx="263214" cy="271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1162"/>
              <a:t>c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7BA15386-A725-E941-97BE-50595975D5A7}"/>
              </a:ext>
            </a:extLst>
          </p:cNvPr>
          <p:cNvSpPr txBox="1"/>
          <p:nvPr/>
        </p:nvSpPr>
        <p:spPr>
          <a:xfrm>
            <a:off x="3175661" y="3132558"/>
            <a:ext cx="268022" cy="271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1162"/>
              <a:t>d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2930B827-AA6E-A7D8-E33B-84FC5B62E22D}"/>
              </a:ext>
            </a:extLst>
          </p:cNvPr>
          <p:cNvSpPr txBox="1"/>
          <p:nvPr/>
        </p:nvSpPr>
        <p:spPr>
          <a:xfrm>
            <a:off x="4445204" y="3132558"/>
            <a:ext cx="263214" cy="271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1162"/>
              <a:t>e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BA492368-35D2-BC2B-4301-A004E8167E53}"/>
              </a:ext>
            </a:extLst>
          </p:cNvPr>
          <p:cNvSpPr txBox="1"/>
          <p:nvPr/>
        </p:nvSpPr>
        <p:spPr>
          <a:xfrm>
            <a:off x="6877090" y="3124634"/>
            <a:ext cx="229550" cy="271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1162"/>
              <a:t>f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90377F17-3897-9853-530D-094E229BEC7B}"/>
              </a:ext>
            </a:extLst>
          </p:cNvPr>
          <p:cNvSpPr txBox="1"/>
          <p:nvPr/>
        </p:nvSpPr>
        <p:spPr>
          <a:xfrm>
            <a:off x="-1157637" y="4815826"/>
            <a:ext cx="256802" cy="271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1162"/>
              <a:t>g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CB4756CD-C5FB-2442-1CE2-99320120B671}"/>
              </a:ext>
            </a:extLst>
          </p:cNvPr>
          <p:cNvSpPr txBox="1"/>
          <p:nvPr/>
        </p:nvSpPr>
        <p:spPr>
          <a:xfrm>
            <a:off x="1566885" y="4833873"/>
            <a:ext cx="266420" cy="271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1162"/>
              <a:t>h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4C73211F-BE27-050A-4C45-1668BCC2EFFD}"/>
              </a:ext>
            </a:extLst>
          </p:cNvPr>
          <p:cNvSpPr txBox="1"/>
          <p:nvPr/>
        </p:nvSpPr>
        <p:spPr>
          <a:xfrm>
            <a:off x="2726714" y="4832576"/>
            <a:ext cx="219932" cy="271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1162"/>
              <a:t>i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0835423E-AB68-D567-FE21-6BBA8AC72FBE}"/>
              </a:ext>
            </a:extLst>
          </p:cNvPr>
          <p:cNvSpPr txBox="1"/>
          <p:nvPr/>
        </p:nvSpPr>
        <p:spPr>
          <a:xfrm>
            <a:off x="3950238" y="4858162"/>
            <a:ext cx="219932" cy="271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1162"/>
              <a:t>j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4741C16C-296F-9DC3-D807-235BB3F09C44}"/>
              </a:ext>
            </a:extLst>
          </p:cNvPr>
          <p:cNvSpPr txBox="1"/>
          <p:nvPr/>
        </p:nvSpPr>
        <p:spPr>
          <a:xfrm>
            <a:off x="5219398" y="4853171"/>
            <a:ext cx="256802" cy="271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1162"/>
              <a:t>k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2C204417-D215-DFC7-59CE-502165C115FF}"/>
              </a:ext>
            </a:extLst>
          </p:cNvPr>
          <p:cNvSpPr txBox="1"/>
          <p:nvPr/>
        </p:nvSpPr>
        <p:spPr>
          <a:xfrm>
            <a:off x="596392" y="2524699"/>
            <a:ext cx="1145552" cy="569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75">
                <a:latin typeface="Arial" panose="020B0604020202020204" pitchFamily="34" charset="0"/>
                <a:cs typeface="Arial" panose="020B0604020202020204" pitchFamily="34" charset="0"/>
              </a:rPr>
              <a:t>Fresh Frozen </a:t>
            </a:r>
          </a:p>
          <a:p>
            <a:pPr algn="ctr"/>
            <a:r>
              <a:rPr lang="en-US" sz="775">
                <a:latin typeface="Arial" panose="020B0604020202020204" pitchFamily="34" charset="0"/>
                <a:cs typeface="Arial" panose="020B0604020202020204" pitchFamily="34" charset="0"/>
              </a:rPr>
              <a:t>Post-mortem</a:t>
            </a:r>
          </a:p>
          <a:p>
            <a:pPr algn="ctr"/>
            <a:r>
              <a:rPr lang="en-US" sz="775">
                <a:latin typeface="Arial" panose="020B0604020202020204" pitchFamily="34" charset="0"/>
                <a:cs typeface="Arial" panose="020B0604020202020204" pitchFamily="34" charset="0"/>
              </a:rPr>
              <a:t>human brain </a:t>
            </a:r>
          </a:p>
          <a:p>
            <a:pPr algn="ctr"/>
            <a:r>
              <a:rPr lang="en-US" sz="775">
                <a:latin typeface="Arial" panose="020B0604020202020204" pitchFamily="34" charset="0"/>
                <a:cs typeface="Arial" panose="020B0604020202020204" pitchFamily="34" charset="0"/>
              </a:rPr>
              <a:t>(NC and AD)</a:t>
            </a:r>
          </a:p>
        </p:txBody>
      </p:sp>
      <p:pic>
        <p:nvPicPr>
          <p:cNvPr id="28" name="Picture 6" descr="Larger Sample Size Needed to Increase Reproducibility in ...">
            <a:extLst>
              <a:ext uri="{FF2B5EF4-FFF2-40B4-BE49-F238E27FC236}">
                <a16:creationId xmlns:a16="http://schemas.microsoft.com/office/drawing/2014/main" id="{949E584C-2318-4BF2-5B21-18DC35A196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2668" y="2551920"/>
            <a:ext cx="621412" cy="4888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" name="Rectangle 30">
            <a:extLst>
              <a:ext uri="{FF2B5EF4-FFF2-40B4-BE49-F238E27FC236}">
                <a16:creationId xmlns:a16="http://schemas.microsoft.com/office/drawing/2014/main" id="{7CDECE60-CF13-E50C-421A-95B0CA44E3C9}"/>
              </a:ext>
            </a:extLst>
          </p:cNvPr>
          <p:cNvSpPr/>
          <p:nvPr/>
        </p:nvSpPr>
        <p:spPr>
          <a:xfrm>
            <a:off x="1602215" y="2766767"/>
            <a:ext cx="198284" cy="165723"/>
          </a:xfrm>
          <a:prstGeom prst="rect">
            <a:avLst/>
          </a:prstGeom>
          <a:solidFill>
            <a:srgbClr val="CCECFF">
              <a:alpha val="32157"/>
            </a:srgbClr>
          </a:solidFill>
          <a:ln w="9525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52">
                <a:solidFill>
                  <a:schemeClr val="tx1"/>
                </a:solidFill>
              </a:rPr>
              <a:t>PF</a:t>
            </a:r>
          </a:p>
        </p:txBody>
      </p:sp>
      <p:cxnSp>
        <p:nvCxnSpPr>
          <p:cNvPr id="33" name="Connecteur droit 32">
            <a:extLst>
              <a:ext uri="{FF2B5EF4-FFF2-40B4-BE49-F238E27FC236}">
                <a16:creationId xmlns:a16="http://schemas.microsoft.com/office/drawing/2014/main" id="{12138F5E-56AB-C946-E7C1-543A2D1F90AE}"/>
              </a:ext>
            </a:extLst>
          </p:cNvPr>
          <p:cNvCxnSpPr>
            <a:cxnSpLocks/>
          </p:cNvCxnSpPr>
          <p:nvPr/>
        </p:nvCxnSpPr>
        <p:spPr>
          <a:xfrm>
            <a:off x="2393277" y="2817975"/>
            <a:ext cx="2509269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0" name="Image 39">
            <a:extLst>
              <a:ext uri="{FF2B5EF4-FFF2-40B4-BE49-F238E27FC236}">
                <a16:creationId xmlns:a16="http://schemas.microsoft.com/office/drawing/2014/main" id="{B688D2DF-EA2C-42EE-7118-232E3F1BE45F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3704024" y="2456245"/>
            <a:ext cx="405978" cy="805805"/>
          </a:xfrm>
          <a:prstGeom prst="rect">
            <a:avLst/>
          </a:prstGeom>
        </p:spPr>
      </p:pic>
      <p:pic>
        <p:nvPicPr>
          <p:cNvPr id="43" name="Picture 10" descr="Eppendorf free vector download (11 Free vector) for commercial use ...">
            <a:extLst>
              <a:ext uri="{FF2B5EF4-FFF2-40B4-BE49-F238E27FC236}">
                <a16:creationId xmlns:a16="http://schemas.microsoft.com/office/drawing/2014/main" id="{6634C6D2-70EC-F0AE-03C1-CA423C73D0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9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3659" y="2694319"/>
            <a:ext cx="125095" cy="3089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5" name="Picture 20" descr="AutoPiquer - Kilgour Laboratory">
            <a:extLst>
              <a:ext uri="{FF2B5EF4-FFF2-40B4-BE49-F238E27FC236}">
                <a16:creationId xmlns:a16="http://schemas.microsoft.com/office/drawing/2014/main" id="{539BD542-B3C1-B584-80C4-25EE07C37B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0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1102" y="2546170"/>
            <a:ext cx="492857" cy="421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8" name="ZoneTexte 47">
            <a:extLst>
              <a:ext uri="{FF2B5EF4-FFF2-40B4-BE49-F238E27FC236}">
                <a16:creationId xmlns:a16="http://schemas.microsoft.com/office/drawing/2014/main" id="{EFEDA531-3A06-AEAE-8F3E-01B214EE4191}"/>
              </a:ext>
            </a:extLst>
          </p:cNvPr>
          <p:cNvSpPr txBox="1"/>
          <p:nvPr/>
        </p:nvSpPr>
        <p:spPr>
          <a:xfrm>
            <a:off x="2509770" y="2340966"/>
            <a:ext cx="779459" cy="3706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CH" sz="904" err="1"/>
              <a:t>BioFluid</a:t>
            </a:r>
            <a:r>
              <a:rPr lang="fr-CH" sz="904"/>
              <a:t> extraction</a:t>
            </a:r>
          </a:p>
        </p:txBody>
      </p:sp>
      <p:sp>
        <p:nvSpPr>
          <p:cNvPr id="49" name="ZoneTexte 48">
            <a:extLst>
              <a:ext uri="{FF2B5EF4-FFF2-40B4-BE49-F238E27FC236}">
                <a16:creationId xmlns:a16="http://schemas.microsoft.com/office/drawing/2014/main" id="{7713194A-7D70-2E5A-86EF-2C2A779B9DC3}"/>
              </a:ext>
            </a:extLst>
          </p:cNvPr>
          <p:cNvSpPr txBox="1"/>
          <p:nvPr/>
        </p:nvSpPr>
        <p:spPr>
          <a:xfrm>
            <a:off x="3514288" y="2223885"/>
            <a:ext cx="779459" cy="3706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CH" sz="904" err="1"/>
              <a:t>BrainD</a:t>
            </a:r>
            <a:r>
              <a:rPr lang="fr-CH" sz="904"/>
              <a:t>-EV extraction</a:t>
            </a:r>
          </a:p>
        </p:txBody>
      </p:sp>
      <p:sp>
        <p:nvSpPr>
          <p:cNvPr id="50" name="ZoneTexte 49">
            <a:extLst>
              <a:ext uri="{FF2B5EF4-FFF2-40B4-BE49-F238E27FC236}">
                <a16:creationId xmlns:a16="http://schemas.microsoft.com/office/drawing/2014/main" id="{4CB1FE53-9BBE-2FA3-2B29-67F2458C780F}"/>
              </a:ext>
            </a:extLst>
          </p:cNvPr>
          <p:cNvSpPr txBox="1"/>
          <p:nvPr/>
        </p:nvSpPr>
        <p:spPr>
          <a:xfrm>
            <a:off x="4697407" y="2192887"/>
            <a:ext cx="1026820" cy="3706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CH" sz="904"/>
              <a:t>Mass </a:t>
            </a:r>
            <a:r>
              <a:rPr lang="fr-CH" sz="904" err="1"/>
              <a:t>spectrometry</a:t>
            </a:r>
            <a:endParaRPr lang="fr-CH" sz="904"/>
          </a:p>
        </p:txBody>
      </p:sp>
      <p:sp>
        <p:nvSpPr>
          <p:cNvPr id="51" name="ZoneTexte 50">
            <a:extLst>
              <a:ext uri="{FF2B5EF4-FFF2-40B4-BE49-F238E27FC236}">
                <a16:creationId xmlns:a16="http://schemas.microsoft.com/office/drawing/2014/main" id="{4D538C01-3DDB-0AE8-8AB5-045AD82F7E98}"/>
              </a:ext>
            </a:extLst>
          </p:cNvPr>
          <p:cNvSpPr txBox="1"/>
          <p:nvPr/>
        </p:nvSpPr>
        <p:spPr>
          <a:xfrm>
            <a:off x="-704350" y="2175913"/>
            <a:ext cx="263214" cy="271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1162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26989080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A6E8B08C-AC27-B867-6080-CB484D413427}"/>
              </a:ext>
            </a:extLst>
          </p:cNvPr>
          <p:cNvSpPr txBox="1"/>
          <p:nvPr/>
        </p:nvSpPr>
        <p:spPr>
          <a:xfrm>
            <a:off x="-1590244" y="2081620"/>
            <a:ext cx="1145552" cy="569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75">
                <a:latin typeface="Arial" panose="020B0604020202020204" pitchFamily="34" charset="0"/>
                <a:cs typeface="Arial" panose="020B0604020202020204" pitchFamily="34" charset="0"/>
              </a:rPr>
              <a:t>Fresh Frozen </a:t>
            </a:r>
          </a:p>
          <a:p>
            <a:pPr algn="ctr"/>
            <a:r>
              <a:rPr lang="en-US" sz="775">
                <a:latin typeface="Arial" panose="020B0604020202020204" pitchFamily="34" charset="0"/>
                <a:cs typeface="Arial" panose="020B0604020202020204" pitchFamily="34" charset="0"/>
              </a:rPr>
              <a:t>Post-mortem</a:t>
            </a:r>
          </a:p>
          <a:p>
            <a:pPr algn="ctr"/>
            <a:r>
              <a:rPr lang="en-US" sz="775">
                <a:latin typeface="Arial" panose="020B0604020202020204" pitchFamily="34" charset="0"/>
                <a:cs typeface="Arial" panose="020B0604020202020204" pitchFamily="34" charset="0"/>
              </a:rPr>
              <a:t>human brain </a:t>
            </a:r>
          </a:p>
          <a:p>
            <a:pPr algn="ctr"/>
            <a:r>
              <a:rPr lang="en-US" sz="775">
                <a:latin typeface="Arial" panose="020B0604020202020204" pitchFamily="34" charset="0"/>
                <a:cs typeface="Arial" panose="020B0604020202020204" pitchFamily="34" charset="0"/>
              </a:rPr>
              <a:t>(NC and AD)</a:t>
            </a:r>
          </a:p>
        </p:txBody>
      </p:sp>
      <p:pic>
        <p:nvPicPr>
          <p:cNvPr id="3" name="Picture 6" descr="Larger Sample Size Needed to Increase Reproducibility in ...">
            <a:extLst>
              <a:ext uri="{FF2B5EF4-FFF2-40B4-BE49-F238E27FC236}">
                <a16:creationId xmlns:a16="http://schemas.microsoft.com/office/drawing/2014/main" id="{94AE3F13-4875-C519-7A05-63D06BB19B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917" y="2108841"/>
            <a:ext cx="621412" cy="4888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C1C6EDF-07D9-FFF8-C84B-738A81D52DAE}"/>
              </a:ext>
            </a:extLst>
          </p:cNvPr>
          <p:cNvSpPr/>
          <p:nvPr/>
        </p:nvSpPr>
        <p:spPr>
          <a:xfrm>
            <a:off x="-584420" y="2323688"/>
            <a:ext cx="198284" cy="165723"/>
          </a:xfrm>
          <a:prstGeom prst="rect">
            <a:avLst/>
          </a:prstGeom>
          <a:solidFill>
            <a:srgbClr val="CCECFF">
              <a:alpha val="32157"/>
            </a:srgbClr>
          </a:solidFill>
          <a:ln w="9525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52">
                <a:solidFill>
                  <a:schemeClr val="tx1"/>
                </a:solidFill>
              </a:rPr>
              <a:t>PF</a:t>
            </a:r>
          </a:p>
        </p:txBody>
      </p:sp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0668B51F-0444-FDF9-5B76-21D7A356C6E9}"/>
              </a:ext>
            </a:extLst>
          </p:cNvPr>
          <p:cNvCxnSpPr>
            <a:cxnSpLocks/>
          </p:cNvCxnSpPr>
          <p:nvPr/>
        </p:nvCxnSpPr>
        <p:spPr>
          <a:xfrm>
            <a:off x="1421526" y="2374896"/>
            <a:ext cx="2509269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Image 5">
            <a:extLst>
              <a:ext uri="{FF2B5EF4-FFF2-40B4-BE49-F238E27FC236}">
                <a16:creationId xmlns:a16="http://schemas.microsoft.com/office/drawing/2014/main" id="{3652FDFC-6D47-583A-D339-B3EB40AAB8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2273" y="2013166"/>
            <a:ext cx="405978" cy="805805"/>
          </a:xfrm>
          <a:prstGeom prst="rect">
            <a:avLst/>
          </a:prstGeom>
        </p:spPr>
      </p:pic>
      <p:pic>
        <p:nvPicPr>
          <p:cNvPr id="7" name="Picture 10" descr="Eppendorf free vector download (11 Free vector) for commercial use ...">
            <a:extLst>
              <a:ext uri="{FF2B5EF4-FFF2-40B4-BE49-F238E27FC236}">
                <a16:creationId xmlns:a16="http://schemas.microsoft.com/office/drawing/2014/main" id="{0CFDA4C1-D070-FD33-29AB-FCB5AF0F8E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1908" y="2251240"/>
            <a:ext cx="125095" cy="3089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0" descr="AutoPiquer - Kilgour Laboratory">
            <a:extLst>
              <a:ext uri="{FF2B5EF4-FFF2-40B4-BE49-F238E27FC236}">
                <a16:creationId xmlns:a16="http://schemas.microsoft.com/office/drawing/2014/main" id="{B542137A-E229-C6E4-1C0C-054C20C6C9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89351" y="2103091"/>
            <a:ext cx="492857" cy="421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7A4D346F-0E6A-AC0A-6A95-C681C08F13B4}"/>
              </a:ext>
            </a:extLst>
          </p:cNvPr>
          <p:cNvSpPr txBox="1"/>
          <p:nvPr/>
        </p:nvSpPr>
        <p:spPr>
          <a:xfrm>
            <a:off x="1538019" y="1897887"/>
            <a:ext cx="779459" cy="3706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CH" sz="904" err="1"/>
              <a:t>BioFluid</a:t>
            </a:r>
            <a:r>
              <a:rPr lang="fr-CH" sz="904"/>
              <a:t> extraction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7055B200-A1A3-F7B8-57DD-01997B12CC6F}"/>
              </a:ext>
            </a:extLst>
          </p:cNvPr>
          <p:cNvSpPr txBox="1"/>
          <p:nvPr/>
        </p:nvSpPr>
        <p:spPr>
          <a:xfrm>
            <a:off x="2542537" y="1780806"/>
            <a:ext cx="779459" cy="3706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CH" sz="904" err="1"/>
              <a:t>BrainD</a:t>
            </a:r>
            <a:r>
              <a:rPr lang="fr-CH" sz="904"/>
              <a:t>-EV extraction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BB0986FE-DABF-44BB-B950-2E3CE95BE1A1}"/>
              </a:ext>
            </a:extLst>
          </p:cNvPr>
          <p:cNvSpPr txBox="1"/>
          <p:nvPr/>
        </p:nvSpPr>
        <p:spPr>
          <a:xfrm>
            <a:off x="3725656" y="1749808"/>
            <a:ext cx="1026820" cy="3706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CH" sz="904"/>
              <a:t>Mass </a:t>
            </a:r>
            <a:r>
              <a:rPr lang="fr-CH" sz="904" err="1"/>
              <a:t>spectrometry</a:t>
            </a:r>
            <a:endParaRPr lang="fr-CH" sz="904"/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FD0AE885-D5D8-D72E-9014-32B4A16A30F6}"/>
              </a:ext>
            </a:extLst>
          </p:cNvPr>
          <p:cNvSpPr txBox="1"/>
          <p:nvPr/>
        </p:nvSpPr>
        <p:spPr>
          <a:xfrm>
            <a:off x="-1676101" y="1732834"/>
            <a:ext cx="263214" cy="271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1162"/>
              <a:t>a</a:t>
            </a:r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8DC21AD3-8436-D247-18C3-8C36FA5F7B9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344297" y="6139188"/>
            <a:ext cx="2989691" cy="1637385"/>
          </a:xfrm>
          <a:prstGeom prst="rect">
            <a:avLst/>
          </a:prstGeom>
        </p:spPr>
      </p:pic>
      <p:graphicFrame>
        <p:nvGraphicFramePr>
          <p:cNvPr id="20" name="Objet 19">
            <a:extLst>
              <a:ext uri="{FF2B5EF4-FFF2-40B4-BE49-F238E27FC236}">
                <a16:creationId xmlns:a16="http://schemas.microsoft.com/office/drawing/2014/main" id="{1381142D-2E5C-7C14-F612-6A2C947006C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10419009"/>
              </p:ext>
            </p:extLst>
          </p:nvPr>
        </p:nvGraphicFramePr>
        <p:xfrm>
          <a:off x="7094716" y="2677094"/>
          <a:ext cx="2493955" cy="32873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rism 10" r:id="rId7" imgW="3861735" imgH="5090777" progId="Prism10.Document">
                  <p:embed/>
                </p:oleObj>
              </mc:Choice>
              <mc:Fallback>
                <p:oleObj name="Prism 10" r:id="rId7" imgW="3861735" imgH="5090777" progId="Prism10.Document">
                  <p:embed/>
                  <p:pic>
                    <p:nvPicPr>
                      <p:cNvPr id="20" name="Objet 19">
                        <a:extLst>
                          <a:ext uri="{FF2B5EF4-FFF2-40B4-BE49-F238E27FC236}">
                            <a16:creationId xmlns:a16="http://schemas.microsoft.com/office/drawing/2014/main" id="{1381142D-2E5C-7C14-F612-6A2C947006C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094716" y="2677094"/>
                        <a:ext cx="2493955" cy="328734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5">
            <a:extLst>
              <a:ext uri="{FF2B5EF4-FFF2-40B4-BE49-F238E27FC236}">
                <a16:creationId xmlns:a16="http://schemas.microsoft.com/office/drawing/2014/main" id="{7212E67B-C70D-2C23-EEEC-F6589B65442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45624237"/>
              </p:ext>
            </p:extLst>
          </p:nvPr>
        </p:nvGraphicFramePr>
        <p:xfrm>
          <a:off x="3834132" y="2818970"/>
          <a:ext cx="1307493" cy="15681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rism 9" r:id="rId9" imgW="2611704" imgH="3131539" progId="Prism9.Document">
                  <p:embed/>
                </p:oleObj>
              </mc:Choice>
              <mc:Fallback>
                <p:oleObj name="Prism 9" r:id="rId9" imgW="2611704" imgH="3131539" progId="Prism9.Document">
                  <p:embed/>
                  <p:pic>
                    <p:nvPicPr>
                      <p:cNvPr id="16" name="Object 15">
                        <a:extLst>
                          <a:ext uri="{FF2B5EF4-FFF2-40B4-BE49-F238E27FC236}">
                            <a16:creationId xmlns:a16="http://schemas.microsoft.com/office/drawing/2014/main" id="{7212E67B-C70D-2C23-EEEC-F6589B65442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834132" y="2818970"/>
                        <a:ext cx="1307493" cy="156819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6">
            <a:extLst>
              <a:ext uri="{FF2B5EF4-FFF2-40B4-BE49-F238E27FC236}">
                <a16:creationId xmlns:a16="http://schemas.microsoft.com/office/drawing/2014/main" id="{F8AAEA72-E643-7FA1-EF4C-D66FF5B2077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00288953"/>
              </p:ext>
            </p:extLst>
          </p:nvPr>
        </p:nvGraphicFramePr>
        <p:xfrm>
          <a:off x="2719409" y="2826015"/>
          <a:ext cx="1300935" cy="15723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rism 9" r:id="rId11" imgW="2609904" imgH="3154589" progId="Prism9.Document">
                  <p:embed/>
                </p:oleObj>
              </mc:Choice>
              <mc:Fallback>
                <p:oleObj name="Prism 9" r:id="rId11" imgW="2609904" imgH="3154589" progId="Prism9.Document">
                  <p:embed/>
                  <p:pic>
                    <p:nvPicPr>
                      <p:cNvPr id="17" name="Object 16">
                        <a:extLst>
                          <a:ext uri="{FF2B5EF4-FFF2-40B4-BE49-F238E27FC236}">
                            <a16:creationId xmlns:a16="http://schemas.microsoft.com/office/drawing/2014/main" id="{F8AAEA72-E643-7FA1-EF4C-D66FF5B2077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719409" y="2826015"/>
                        <a:ext cx="1300935" cy="157235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17">
            <a:extLst>
              <a:ext uri="{FF2B5EF4-FFF2-40B4-BE49-F238E27FC236}">
                <a16:creationId xmlns:a16="http://schemas.microsoft.com/office/drawing/2014/main" id="{A2A6BA81-E1C0-D710-60F0-033328975FC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08086007"/>
              </p:ext>
            </p:extLst>
          </p:nvPr>
        </p:nvGraphicFramePr>
        <p:xfrm>
          <a:off x="5111311" y="2759873"/>
          <a:ext cx="1260462" cy="16863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rism 9" r:id="rId13" imgW="2541478" imgH="3399854" progId="Prism9.Document">
                  <p:embed/>
                </p:oleObj>
              </mc:Choice>
              <mc:Fallback>
                <p:oleObj name="Prism 9" r:id="rId13" imgW="2541478" imgH="3399854" progId="Prism9.Document">
                  <p:embed/>
                  <p:pic>
                    <p:nvPicPr>
                      <p:cNvPr id="18" name="Object 17">
                        <a:extLst>
                          <a:ext uri="{FF2B5EF4-FFF2-40B4-BE49-F238E27FC236}">
                            <a16:creationId xmlns:a16="http://schemas.microsoft.com/office/drawing/2014/main" id="{A2A6BA81-E1C0-D710-60F0-033328975FC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5111311" y="2759873"/>
                        <a:ext cx="1260462" cy="16863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18">
            <a:extLst>
              <a:ext uri="{FF2B5EF4-FFF2-40B4-BE49-F238E27FC236}">
                <a16:creationId xmlns:a16="http://schemas.microsoft.com/office/drawing/2014/main" id="{507CB97B-0E55-7030-2C7A-0F2E4785D9A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53041397"/>
              </p:ext>
            </p:extLst>
          </p:nvPr>
        </p:nvGraphicFramePr>
        <p:xfrm>
          <a:off x="3286125" y="4321175"/>
          <a:ext cx="1293813" cy="1636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rism 9" r:id="rId15" imgW="2565967" imgH="3248950" progId="Prism9.Document">
                  <p:embed/>
                </p:oleObj>
              </mc:Choice>
              <mc:Fallback>
                <p:oleObj name="Prism 9" r:id="rId15" imgW="2565967" imgH="3248950" progId="Prism9.Document">
                  <p:embed/>
                  <p:pic>
                    <p:nvPicPr>
                      <p:cNvPr id="19" name="Object 18">
                        <a:extLst>
                          <a:ext uri="{FF2B5EF4-FFF2-40B4-BE49-F238E27FC236}">
                            <a16:creationId xmlns:a16="http://schemas.microsoft.com/office/drawing/2014/main" id="{507CB97B-0E55-7030-2C7A-0F2E4785D9A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3286125" y="4321175"/>
                        <a:ext cx="1293813" cy="16367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20">
            <a:extLst>
              <a:ext uri="{FF2B5EF4-FFF2-40B4-BE49-F238E27FC236}">
                <a16:creationId xmlns:a16="http://schemas.microsoft.com/office/drawing/2014/main" id="{793BF225-103D-2EFD-BA1C-DB7243065B9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33141042"/>
              </p:ext>
            </p:extLst>
          </p:nvPr>
        </p:nvGraphicFramePr>
        <p:xfrm>
          <a:off x="4485017" y="4320619"/>
          <a:ext cx="1313427" cy="16599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rism 9" r:id="rId17" imgW="2611704" imgH="3300812" progId="Prism9.Document">
                  <p:embed/>
                </p:oleObj>
              </mc:Choice>
              <mc:Fallback>
                <p:oleObj name="Prism 9" r:id="rId17" imgW="2611704" imgH="3300812" progId="Prism9.Document">
                  <p:embed/>
                  <p:pic>
                    <p:nvPicPr>
                      <p:cNvPr id="21" name="Object 20">
                        <a:extLst>
                          <a:ext uri="{FF2B5EF4-FFF2-40B4-BE49-F238E27FC236}">
                            <a16:creationId xmlns:a16="http://schemas.microsoft.com/office/drawing/2014/main" id="{793BF225-103D-2EFD-BA1C-DB7243065B9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4485017" y="4320619"/>
                        <a:ext cx="1313427" cy="165994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429915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>
            <a:extLst>
              <a:ext uri="{FF2B5EF4-FFF2-40B4-BE49-F238E27FC236}">
                <a16:creationId xmlns:a16="http://schemas.microsoft.com/office/drawing/2014/main" id="{17CE2437-9A99-7DFB-8BBD-8C4232060277}"/>
              </a:ext>
            </a:extLst>
          </p:cNvPr>
          <p:cNvGrpSpPr/>
          <p:nvPr/>
        </p:nvGrpSpPr>
        <p:grpSpPr>
          <a:xfrm>
            <a:off x="-167783" y="1912923"/>
            <a:ext cx="7193565" cy="3942184"/>
            <a:chOff x="525665" y="295542"/>
            <a:chExt cx="11140669" cy="6105257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4BB6DA7E-4901-22DE-D09E-FA60D96AB66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25665" y="295542"/>
              <a:ext cx="11140669" cy="6105257"/>
            </a:xfrm>
            <a:prstGeom prst="rect">
              <a:avLst/>
            </a:prstGeom>
          </p:spPr>
        </p:pic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474E3BE1-2EB9-32A8-12B0-867F33A81D0C}"/>
                </a:ext>
              </a:extLst>
            </p:cNvPr>
            <p:cNvSpPr/>
            <p:nvPr/>
          </p:nvSpPr>
          <p:spPr>
            <a:xfrm>
              <a:off x="6915855" y="2540370"/>
              <a:ext cx="518474" cy="2422689"/>
            </a:xfrm>
            <a:prstGeom prst="roundRect">
              <a:avLst/>
            </a:prstGeom>
            <a:solidFill>
              <a:srgbClr val="FFC0CB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 sz="1162"/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0E8BC8E6-220C-AD9E-9C54-585E5656E5AF}"/>
                </a:ext>
              </a:extLst>
            </p:cNvPr>
            <p:cNvSpPr/>
            <p:nvPr/>
          </p:nvSpPr>
          <p:spPr>
            <a:xfrm>
              <a:off x="8122676" y="2545233"/>
              <a:ext cx="518474" cy="2422689"/>
            </a:xfrm>
            <a:prstGeom prst="roundRect">
              <a:avLst/>
            </a:prstGeom>
            <a:solidFill>
              <a:srgbClr val="ADFF2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 sz="1162"/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617AEDCA-CB18-7D9C-103A-091681236CC7}"/>
                </a:ext>
              </a:extLst>
            </p:cNvPr>
            <p:cNvSpPr/>
            <p:nvPr/>
          </p:nvSpPr>
          <p:spPr>
            <a:xfrm>
              <a:off x="5264523" y="2545234"/>
              <a:ext cx="518474" cy="2422689"/>
            </a:xfrm>
            <a:prstGeom prst="round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 sz="1162"/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036CF723-70EF-EEDE-0CFC-CEA31404CF9A}"/>
                </a:ext>
              </a:extLst>
            </p:cNvPr>
            <p:cNvSpPr/>
            <p:nvPr/>
          </p:nvSpPr>
          <p:spPr>
            <a:xfrm>
              <a:off x="6091952" y="2545234"/>
              <a:ext cx="518474" cy="2422689"/>
            </a:xfrm>
            <a:prstGeom prst="roundRect">
              <a:avLst/>
            </a:prstGeom>
            <a:solidFill>
              <a:srgbClr val="0000F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 sz="1162"/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116CBAAE-9033-2BB9-C0EE-8D5D3EEAC1C3}"/>
                </a:ext>
              </a:extLst>
            </p:cNvPr>
            <p:cNvSpPr/>
            <p:nvPr/>
          </p:nvSpPr>
          <p:spPr>
            <a:xfrm>
              <a:off x="4246323" y="2545234"/>
              <a:ext cx="518474" cy="2422689"/>
            </a:xfrm>
            <a:prstGeom prst="roundRect">
              <a:avLst/>
            </a:prstGeom>
            <a:solidFill>
              <a:srgbClr val="00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 sz="1162"/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A0F85095-DC4C-2E16-AFA1-48B8CBF21356}"/>
                </a:ext>
              </a:extLst>
            </p:cNvPr>
            <p:cNvSpPr/>
            <p:nvPr/>
          </p:nvSpPr>
          <p:spPr>
            <a:xfrm>
              <a:off x="9629933" y="2545235"/>
              <a:ext cx="518474" cy="2422689"/>
            </a:xfrm>
            <a:prstGeom prst="roundRect">
              <a:avLst/>
            </a:prstGeom>
            <a:solidFill>
              <a:srgbClr val="40E0D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 sz="1162"/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B04DC106-1D36-3971-4319-A7F4F695AD44}"/>
                </a:ext>
              </a:extLst>
            </p:cNvPr>
            <p:cNvSpPr/>
            <p:nvPr/>
          </p:nvSpPr>
          <p:spPr>
            <a:xfrm>
              <a:off x="8783757" y="2545236"/>
              <a:ext cx="518474" cy="2422689"/>
            </a:xfrm>
            <a:prstGeom prst="roundRect">
              <a:avLst/>
            </a:prstGeom>
            <a:solidFill>
              <a:srgbClr val="A020F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 sz="1162"/>
            </a:p>
          </p:txBody>
        </p: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CAA28A94-68DC-395D-18F1-CE8633327CEF}"/>
                </a:ext>
              </a:extLst>
            </p:cNvPr>
            <p:cNvSpPr/>
            <p:nvPr/>
          </p:nvSpPr>
          <p:spPr>
            <a:xfrm>
              <a:off x="7525067" y="2545233"/>
              <a:ext cx="518474" cy="2422689"/>
            </a:xfrm>
            <a:prstGeom prst="roundRect">
              <a:avLst/>
            </a:prstGeom>
            <a:solidFill>
              <a:srgbClr val="D2B48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 sz="1162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70E6C7B-41C2-1D71-50DE-E8456BA18D48}"/>
                </a:ext>
              </a:extLst>
            </p:cNvPr>
            <p:cNvSpPr txBox="1"/>
            <p:nvPr/>
          </p:nvSpPr>
          <p:spPr>
            <a:xfrm rot="16200000">
              <a:off x="6355953" y="3546808"/>
              <a:ext cx="1683679" cy="41995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62" b="1"/>
                <a:t>Mitochondria</a:t>
              </a:r>
              <a:endParaRPr lang="en-CH" sz="1162" b="1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6FF449A4-61C6-D7D0-4EFF-49E3DF66EA30}"/>
                </a:ext>
              </a:extLst>
            </p:cNvPr>
            <p:cNvSpPr txBox="1"/>
            <p:nvPr/>
          </p:nvSpPr>
          <p:spPr>
            <a:xfrm rot="16200000">
              <a:off x="3834727" y="3557802"/>
              <a:ext cx="1348531" cy="41995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62" b="1" dirty="0"/>
                <a:t>Ribosome</a:t>
              </a:r>
              <a:endParaRPr lang="en-CH" sz="1162" b="1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83F3F18-06C7-4CBA-D246-87F9283D7163}"/>
                </a:ext>
              </a:extLst>
            </p:cNvPr>
            <p:cNvSpPr txBox="1"/>
            <p:nvPr/>
          </p:nvSpPr>
          <p:spPr>
            <a:xfrm rot="16200000">
              <a:off x="8151919" y="3669639"/>
              <a:ext cx="1778017" cy="41995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62" b="1"/>
                <a:t> Cell Signaling</a:t>
              </a:r>
              <a:endParaRPr lang="en-CH" sz="1162" b="1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9C22E667-7B44-4AF9-CF6F-4DB56C1F9524}"/>
                </a:ext>
              </a:extLst>
            </p:cNvPr>
            <p:cNvSpPr txBox="1"/>
            <p:nvPr/>
          </p:nvSpPr>
          <p:spPr>
            <a:xfrm rot="16200000">
              <a:off x="8849967" y="3671325"/>
              <a:ext cx="2078407" cy="41995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62" b="1"/>
                <a:t> Synaptic Vesicle</a:t>
              </a:r>
              <a:endParaRPr lang="en-CH" sz="1162" b="1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503B6C3F-741A-E95B-C989-A021ECEFF47D}"/>
                </a:ext>
              </a:extLst>
            </p:cNvPr>
            <p:cNvSpPr txBox="1"/>
            <p:nvPr/>
          </p:nvSpPr>
          <p:spPr>
            <a:xfrm rot="16200000">
              <a:off x="5280643" y="3445975"/>
              <a:ext cx="2119941" cy="6969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62" b="1"/>
                <a:t>Extracellular vesicle signaling</a:t>
              </a:r>
              <a:endParaRPr lang="en-CH" sz="1162" b="1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87269E79-96D3-B0F0-1CD3-0FC00789748B}"/>
                </a:ext>
              </a:extLst>
            </p:cNvPr>
            <p:cNvSpPr txBox="1"/>
            <p:nvPr/>
          </p:nvSpPr>
          <p:spPr>
            <a:xfrm rot="16200000">
              <a:off x="4566878" y="3163531"/>
              <a:ext cx="1933508" cy="6969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62" b="1"/>
                <a:t> Endoplasmic Reticulum</a:t>
              </a:r>
              <a:endParaRPr lang="en-CH" sz="1162" b="1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65DDD58D-BC10-6B19-7E0E-0D2C784848F0}"/>
                </a:ext>
              </a:extLst>
            </p:cNvPr>
            <p:cNvSpPr txBox="1"/>
            <p:nvPr/>
          </p:nvSpPr>
          <p:spPr>
            <a:xfrm rot="16200000">
              <a:off x="6987271" y="3499466"/>
              <a:ext cx="1615406" cy="4199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62" b="1"/>
                <a:t>Proteasome</a:t>
              </a:r>
              <a:endParaRPr lang="en-CH" sz="1162" b="1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7279C4E3-04DE-7988-D6EF-AC0ACD012500}"/>
                </a:ext>
              </a:extLst>
            </p:cNvPr>
            <p:cNvSpPr txBox="1"/>
            <p:nvPr/>
          </p:nvSpPr>
          <p:spPr>
            <a:xfrm rot="16200000">
              <a:off x="7370083" y="3445975"/>
              <a:ext cx="1978259" cy="6969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62" b="1"/>
                <a:t>Axonal Transport</a:t>
              </a:r>
              <a:endParaRPr lang="en-CH" sz="1162" b="1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37C50476-E4B3-CA63-D3F8-FB1E9E52648F}"/>
                </a:ext>
              </a:extLst>
            </p:cNvPr>
            <p:cNvSpPr txBox="1"/>
            <p:nvPr/>
          </p:nvSpPr>
          <p:spPr>
            <a:xfrm>
              <a:off x="6934841" y="2595182"/>
              <a:ext cx="598795" cy="41995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62" b="1"/>
                <a:t>M1</a:t>
              </a:r>
              <a:endParaRPr lang="en-CH" sz="1162" b="1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09A084D-8116-BED9-CAE9-E36988FA26AD}"/>
                </a:ext>
              </a:extLst>
            </p:cNvPr>
            <p:cNvSpPr txBox="1"/>
            <p:nvPr/>
          </p:nvSpPr>
          <p:spPr>
            <a:xfrm>
              <a:off x="8792300" y="2595182"/>
              <a:ext cx="598795" cy="41995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62" b="1"/>
                <a:t>M2</a:t>
              </a:r>
              <a:endParaRPr lang="en-CH" sz="1162" b="1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FA64AAFC-85F3-CFDD-E8D8-938BFCC6BF57}"/>
                </a:ext>
              </a:extLst>
            </p:cNvPr>
            <p:cNvSpPr txBox="1"/>
            <p:nvPr/>
          </p:nvSpPr>
          <p:spPr>
            <a:xfrm>
              <a:off x="9651156" y="2595182"/>
              <a:ext cx="598795" cy="41995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62" b="1"/>
                <a:t>M3</a:t>
              </a:r>
              <a:endParaRPr lang="en-CH" sz="1162" b="1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39C9E90-8406-40E0-F921-6C49E51CB19D}"/>
                </a:ext>
              </a:extLst>
            </p:cNvPr>
            <p:cNvSpPr txBox="1"/>
            <p:nvPr/>
          </p:nvSpPr>
          <p:spPr>
            <a:xfrm>
              <a:off x="4287126" y="2595182"/>
              <a:ext cx="598795" cy="41995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62" b="1"/>
                <a:t>M4</a:t>
              </a:r>
              <a:endParaRPr lang="en-CH" sz="1162" b="1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29B3ABA8-D8E6-5798-5A40-0BDA8816AC72}"/>
                </a:ext>
              </a:extLst>
            </p:cNvPr>
            <p:cNvSpPr txBox="1"/>
            <p:nvPr/>
          </p:nvSpPr>
          <p:spPr>
            <a:xfrm>
              <a:off x="6058554" y="2595182"/>
              <a:ext cx="598795" cy="41995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62" b="1"/>
                <a:t>M5</a:t>
              </a:r>
              <a:endParaRPr lang="en-CH" sz="1162" b="1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ABACBDA8-0AE5-2BD5-08E3-0201D8F70B3F}"/>
                </a:ext>
              </a:extLst>
            </p:cNvPr>
            <p:cNvSpPr txBox="1"/>
            <p:nvPr/>
          </p:nvSpPr>
          <p:spPr>
            <a:xfrm>
              <a:off x="5285746" y="2595182"/>
              <a:ext cx="598795" cy="41995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62" b="1"/>
                <a:t>M6</a:t>
              </a:r>
              <a:endParaRPr lang="en-CH" sz="1162" b="1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742EC03B-E006-2195-F5B9-D5357B4086C5}"/>
                </a:ext>
              </a:extLst>
            </p:cNvPr>
            <p:cNvSpPr txBox="1"/>
            <p:nvPr/>
          </p:nvSpPr>
          <p:spPr>
            <a:xfrm>
              <a:off x="8143898" y="2549791"/>
              <a:ext cx="598795" cy="41995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62" b="1"/>
                <a:t>M7</a:t>
              </a:r>
              <a:endParaRPr lang="en-CH" sz="1162" b="1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8894989B-1C7A-557D-22B2-4D8BBE36B3C2}"/>
                </a:ext>
              </a:extLst>
            </p:cNvPr>
            <p:cNvSpPr txBox="1"/>
            <p:nvPr/>
          </p:nvSpPr>
          <p:spPr>
            <a:xfrm>
              <a:off x="7523322" y="2586638"/>
              <a:ext cx="598795" cy="41995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62" b="1"/>
                <a:t>M8</a:t>
              </a:r>
              <a:endParaRPr lang="en-CH" sz="1162" b="1"/>
            </a:p>
          </p:txBody>
        </p:sp>
      </p:grpSp>
    </p:spTree>
    <p:extLst>
      <p:ext uri="{BB962C8B-B14F-4D97-AF65-F5344CB8AC3E}">
        <p14:creationId xmlns:p14="http://schemas.microsoft.com/office/powerpoint/2010/main" val="3505170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C692ECC3-C75B-43DC-8947-B3F96B1BAA7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68080837"/>
              </p:ext>
            </p:extLst>
          </p:nvPr>
        </p:nvGraphicFramePr>
        <p:xfrm>
          <a:off x="-402270" y="1795261"/>
          <a:ext cx="1685188" cy="20408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rism 9" r:id="rId2" imgW="2609904" imgH="3160712" progId="Prism9.Document">
                  <p:embed/>
                </p:oleObj>
              </mc:Choice>
              <mc:Fallback>
                <p:oleObj name="Prism 9" r:id="rId2" imgW="2609904" imgH="3160712" progId="Prism9.Document">
                  <p:embed/>
                  <p:pic>
                    <p:nvPicPr>
                      <p:cNvPr id="3" name="Object 2">
                        <a:extLst>
                          <a:ext uri="{FF2B5EF4-FFF2-40B4-BE49-F238E27FC236}">
                            <a16:creationId xmlns:a16="http://schemas.microsoft.com/office/drawing/2014/main" id="{C692ECC3-C75B-43DC-8947-B3F96B1BAA7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-402270" y="1795261"/>
                        <a:ext cx="1685188" cy="204088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7D334DC9-260C-7972-1D64-D20FF314C61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57850739"/>
              </p:ext>
            </p:extLst>
          </p:nvPr>
        </p:nvGraphicFramePr>
        <p:xfrm>
          <a:off x="1280251" y="1799361"/>
          <a:ext cx="1685188" cy="20367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rism 9" r:id="rId4" imgW="2609904" imgH="3154589" progId="Prism9.Document">
                  <p:embed/>
                </p:oleObj>
              </mc:Choice>
              <mc:Fallback>
                <p:oleObj name="Prism 9" r:id="rId4" imgW="2609904" imgH="3154589" progId="Prism9.Document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7D334DC9-260C-7972-1D64-D20FF314C61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280251" y="1799361"/>
                        <a:ext cx="1685188" cy="203678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D23E2335-BDEB-80E1-F8BD-39044105CA8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8708520"/>
              </p:ext>
            </p:extLst>
          </p:nvPr>
        </p:nvGraphicFramePr>
        <p:xfrm>
          <a:off x="2962772" y="1799361"/>
          <a:ext cx="1686213" cy="20224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rism 9" r:id="rId6" imgW="2611704" imgH="3131539" progId="Prism9.Document">
                  <p:embed/>
                </p:oleObj>
              </mc:Choice>
              <mc:Fallback>
                <p:oleObj name="Prism 9" r:id="rId6" imgW="2611704" imgH="3131539" progId="Prism9.Document">
                  <p:embed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D23E2335-BDEB-80E1-F8BD-39044105CA8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962772" y="1799361"/>
                        <a:ext cx="1686213" cy="202243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E424B3D9-F76C-6D7B-4E5E-278577C11CE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83593438"/>
              </p:ext>
            </p:extLst>
          </p:nvPr>
        </p:nvGraphicFramePr>
        <p:xfrm>
          <a:off x="4647960" y="1673278"/>
          <a:ext cx="1685188" cy="2148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rism 9" r:id="rId8" imgW="2609904" imgH="3326743" progId="Prism9.Document">
                  <p:embed/>
                </p:oleObj>
              </mc:Choice>
              <mc:Fallback>
                <p:oleObj name="Prism 9" r:id="rId8" imgW="2609904" imgH="3326743" progId="Prism9.Document">
                  <p:embed/>
                  <p:pic>
                    <p:nvPicPr>
                      <p:cNvPr id="6" name="Object 5">
                        <a:extLst>
                          <a:ext uri="{FF2B5EF4-FFF2-40B4-BE49-F238E27FC236}">
                            <a16:creationId xmlns:a16="http://schemas.microsoft.com/office/drawing/2014/main" id="{E424B3D9-F76C-6D7B-4E5E-278577C11CE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4647960" y="1673278"/>
                        <a:ext cx="1685188" cy="21485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3BBB6D06-E5AA-224D-9718-DE440269462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23759836"/>
              </p:ext>
            </p:extLst>
          </p:nvPr>
        </p:nvGraphicFramePr>
        <p:xfrm>
          <a:off x="-291392" y="3881488"/>
          <a:ext cx="1641111" cy="21956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rism 9" r:id="rId10" imgW="2541478" imgH="3399854" progId="Prism9.Document">
                  <p:embed/>
                </p:oleObj>
              </mc:Choice>
              <mc:Fallback>
                <p:oleObj name="Prism 9" r:id="rId10" imgW="2541478" imgH="3399854" progId="Prism9.Document">
                  <p:embed/>
                  <p:pic>
                    <p:nvPicPr>
                      <p:cNvPr id="7" name="Object 6">
                        <a:extLst>
                          <a:ext uri="{FF2B5EF4-FFF2-40B4-BE49-F238E27FC236}">
                            <a16:creationId xmlns:a16="http://schemas.microsoft.com/office/drawing/2014/main" id="{3BBB6D06-E5AA-224D-9718-DE440269462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-291392" y="3881488"/>
                        <a:ext cx="1641111" cy="21956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3E99CC60-0A36-6C2A-327F-8BB4487D3D1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70029598"/>
              </p:ext>
            </p:extLst>
          </p:nvPr>
        </p:nvGraphicFramePr>
        <p:xfrm>
          <a:off x="1251172" y="3881488"/>
          <a:ext cx="1683138" cy="20982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rism 9" r:id="rId12" imgW="2607022" imgH="3248950" progId="Prism9.Document">
                  <p:embed/>
                </p:oleObj>
              </mc:Choice>
              <mc:Fallback>
                <p:oleObj name="Prism 9" r:id="rId12" imgW="2607022" imgH="3248950" progId="Prism9.Document">
                  <p:embed/>
                  <p:pic>
                    <p:nvPicPr>
                      <p:cNvPr id="8" name="Object 7">
                        <a:extLst>
                          <a:ext uri="{FF2B5EF4-FFF2-40B4-BE49-F238E27FC236}">
                            <a16:creationId xmlns:a16="http://schemas.microsoft.com/office/drawing/2014/main" id="{3E99CC60-0A36-6C2A-327F-8BB4487D3D1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251172" y="3881488"/>
                        <a:ext cx="1683138" cy="20982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F15DB749-EF45-2AC0-E23D-8DCBE1C1894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24365056"/>
              </p:ext>
            </p:extLst>
          </p:nvPr>
        </p:nvGraphicFramePr>
        <p:xfrm>
          <a:off x="2965440" y="3848686"/>
          <a:ext cx="1686213" cy="2131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rism 9" r:id="rId14" imgW="2611704" imgH="3300812" progId="Prism9.Document">
                  <p:embed/>
                </p:oleObj>
              </mc:Choice>
              <mc:Fallback>
                <p:oleObj name="Prism 9" r:id="rId14" imgW="2611704" imgH="3300812" progId="Prism9.Document">
                  <p:embed/>
                  <p:pic>
                    <p:nvPicPr>
                      <p:cNvPr id="9" name="Object 8">
                        <a:extLst>
                          <a:ext uri="{FF2B5EF4-FFF2-40B4-BE49-F238E27FC236}">
                            <a16:creationId xmlns:a16="http://schemas.microsoft.com/office/drawing/2014/main" id="{F15DB749-EF45-2AC0-E23D-8DCBE1C1894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2965440" y="3848686"/>
                        <a:ext cx="1686213" cy="21310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>
            <a:extLst>
              <a:ext uri="{FF2B5EF4-FFF2-40B4-BE49-F238E27FC236}">
                <a16:creationId xmlns:a16="http://schemas.microsoft.com/office/drawing/2014/main" id="{18DE6F87-2232-21CD-4E0F-EB8EF425A95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78595265"/>
              </p:ext>
            </p:extLst>
          </p:nvPr>
        </p:nvGraphicFramePr>
        <p:xfrm>
          <a:off x="4643649" y="3882513"/>
          <a:ext cx="1764117" cy="20972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rism 9" r:id="rId16" imgW="2731990" imgH="3247509" progId="Prism9.Document">
                  <p:embed/>
                </p:oleObj>
              </mc:Choice>
              <mc:Fallback>
                <p:oleObj name="Prism 9" r:id="rId16" imgW="2731990" imgH="3247509" progId="Prism9.Document">
                  <p:embed/>
                  <p:pic>
                    <p:nvPicPr>
                      <p:cNvPr id="10" name="Object 9">
                        <a:extLst>
                          <a:ext uri="{FF2B5EF4-FFF2-40B4-BE49-F238E27FC236}">
                            <a16:creationId xmlns:a16="http://schemas.microsoft.com/office/drawing/2014/main" id="{18DE6F87-2232-21CD-4E0F-EB8EF425A95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4643649" y="3882513"/>
                        <a:ext cx="1764117" cy="20972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0212429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Thème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hème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215</Words>
  <Application>Microsoft Office PowerPoint</Application>
  <PresentationFormat>Personnalisé</PresentationFormat>
  <Paragraphs>123</Paragraphs>
  <Slides>9</Slides>
  <Notes>2</Notes>
  <HiddenSlides>0</HiddenSlides>
  <MMClips>0</MMClips>
  <ScaleCrop>false</ScaleCrop>
  <HeadingPairs>
    <vt:vector size="8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Serveurs OLE incorporés</vt:lpstr>
      </vt:variant>
      <vt:variant>
        <vt:i4>2</vt:i4>
      </vt:variant>
      <vt:variant>
        <vt:lpstr>Titres des diapositives</vt:lpstr>
      </vt:variant>
      <vt:variant>
        <vt:i4>9</vt:i4>
      </vt:variant>
    </vt:vector>
  </HeadingPairs>
  <TitlesOfParts>
    <vt:vector size="15" baseType="lpstr">
      <vt:lpstr>Aptos</vt:lpstr>
      <vt:lpstr>Aptos Display</vt:lpstr>
      <vt:lpstr>Arial</vt:lpstr>
      <vt:lpstr>Thème Office</vt:lpstr>
      <vt:lpstr>Prism 10</vt:lpstr>
      <vt:lpstr>Prism 9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Kevin Richetin</dc:creator>
  <cp:lastModifiedBy>Kevin Richetin</cp:lastModifiedBy>
  <cp:revision>9</cp:revision>
  <dcterms:created xsi:type="dcterms:W3CDTF">2024-09-09T07:29:47Z</dcterms:created>
  <dcterms:modified xsi:type="dcterms:W3CDTF">2024-11-29T08:17:28Z</dcterms:modified>
</cp:coreProperties>
</file>