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5DFF02-5FDF-546C-6C4A-BCEB6B6C8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DE223F6-A744-C72E-8000-4BBBBACFE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24B6A7-E894-0854-BDE7-D85EAC40B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8729-5C69-4FCF-9B05-91FED7D0CFCC}" type="datetimeFigureOut">
              <a:rPr lang="fr-CH" smtClean="0"/>
              <a:t>18.11.2024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A79205-FFEE-D7AC-36FE-3C1020E2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9AFA4E-A217-7343-9476-54D8E6A01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73F7-D8B9-40A3-A038-B1A57BDE0F4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207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76AA7D-3413-E0B9-7CBD-92A91B138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665FF2-726D-9594-7F84-4647A38D1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2FBC5C-2A03-0F27-6E92-B6C94484E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8729-5C69-4FCF-9B05-91FED7D0CFCC}" type="datetimeFigureOut">
              <a:rPr lang="fr-CH" smtClean="0"/>
              <a:t>18.11.2024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373B51-921B-60B7-94FD-A8BB7F60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3AA30C-4B59-09D4-DD3F-AA6DC339D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73F7-D8B9-40A3-A038-B1A57BDE0F4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09387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DC0AAB-5892-A06C-4FBD-17DBAC476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F2B1868-E7FC-9518-E335-11D57CD39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54785B-2194-1276-D9E2-999DEF88E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8729-5C69-4FCF-9B05-91FED7D0CFCC}" type="datetimeFigureOut">
              <a:rPr lang="fr-CH" smtClean="0"/>
              <a:t>18.11.2024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1CC2D1-BE46-3B4F-4596-24D78E26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35235E-2BA2-9C9E-ECB4-33E34CBF4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73F7-D8B9-40A3-A038-B1A57BDE0F4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6317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74B5C7-5969-7B79-DB9B-CBD40B4E2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11870D-38D5-CFD1-93DC-058C7A341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4C75870-D354-3A61-9B0A-FFE5F29C4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B64AA1-FBEE-EC45-F8BE-CC974287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8729-5C69-4FCF-9B05-91FED7D0CFCC}" type="datetimeFigureOut">
              <a:rPr lang="fr-CH" smtClean="0"/>
              <a:t>18.11.2024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DA3779D-A3A9-61EF-59C0-7EC13BF78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23DC52-79EF-4B02-5BA1-5BE34DB3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73F7-D8B9-40A3-A038-B1A57BDE0F4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98823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189440-A51F-2B4F-01BA-70829197F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FE8628-E06B-F1AF-E88F-7DB06940F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5FB8D1C-1E88-C558-B0E2-9A3E415D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160E85C-314A-3B46-4B14-0915A0220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F9D3B0C-37D6-EFA8-A6F3-D75FE101F1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061B6E7-EB72-0777-ED6F-A7EF90573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8729-5C69-4FCF-9B05-91FED7D0CFCC}" type="datetimeFigureOut">
              <a:rPr lang="fr-CH" smtClean="0"/>
              <a:t>18.11.2024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506EA3D-8BA4-9368-B9E3-A0F78FF5D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86E1CEB-809E-A3C4-A30C-D6F10DD7C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73F7-D8B9-40A3-A038-B1A57BDE0F4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95656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1BF9DA-C7C7-9F93-A564-F9ABAD3B7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59C0E60-1525-D7DD-7131-78F3B8837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8729-5C69-4FCF-9B05-91FED7D0CFCC}" type="datetimeFigureOut">
              <a:rPr lang="fr-CH" smtClean="0"/>
              <a:t>18.11.2024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73FF238-5171-0F98-8AE4-5A4C5C341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87E73EB-BBC9-40F8-0265-F9521E38A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73F7-D8B9-40A3-A038-B1A57BDE0F4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3021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631C75E-342B-2330-BE30-BAA9320B2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8729-5C69-4FCF-9B05-91FED7D0CFCC}" type="datetimeFigureOut">
              <a:rPr lang="fr-CH" smtClean="0"/>
              <a:t>18.11.2024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229D32-6B0B-AC6E-EC31-B4A954E05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4824E5-7385-6167-EAE3-0AC11DAD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73F7-D8B9-40A3-A038-B1A57BDE0F4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9307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E72B10-E0AD-8C0E-DEC4-C67C5FCAF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53AFDF-B794-EC62-65DA-3B31A6754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A73F475-C938-F558-AD6A-9CB1801A8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40DE9B-83C3-A751-B1E8-2F355AF7A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8729-5C69-4FCF-9B05-91FED7D0CFCC}" type="datetimeFigureOut">
              <a:rPr lang="fr-CH" smtClean="0"/>
              <a:t>18.11.2024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9B4089-2504-A000-D6EE-BEF76179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974F343-7D9A-4CC9-BB86-27AB75A5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73F7-D8B9-40A3-A038-B1A57BDE0F4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03053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AA2762-B14E-306F-8B4F-6AF172403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88B2C67-DD46-24AD-1EC9-E451ABB141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8657A11-C4E7-BC5F-433A-760C843C7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3C9C67-0E3E-AA84-4BFC-97A97EDC1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8729-5C69-4FCF-9B05-91FED7D0CFCC}" type="datetimeFigureOut">
              <a:rPr lang="fr-CH" smtClean="0"/>
              <a:t>18.11.2024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F820E6-D260-64DD-8176-F740EF0FC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92441C-A11F-8F52-B465-A6F40ADA9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73F7-D8B9-40A3-A038-B1A57BDE0F4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548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A5A867-E939-1750-48E2-1AC6DE7F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F24FB9-3AFD-ED6A-046E-9DF86673F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BB6967-C8A6-6B8F-8613-772276B2D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8729-5C69-4FCF-9B05-91FED7D0CFCC}" type="datetimeFigureOut">
              <a:rPr lang="fr-CH" smtClean="0"/>
              <a:t>18.11.2024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EA9E20-F861-DAE5-EC40-92F051C52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521C99-B30C-35B2-DC5E-F72A1D03A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73F7-D8B9-40A3-A038-B1A57BDE0F4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46370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99236B6-B421-2147-83DA-4ADBDCBFE6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81A47BA-6C6F-52DE-EE31-432D0C599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B8A0AA-6F86-E7A1-8EC2-D8F722A9A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8729-5C69-4FCF-9B05-91FED7D0CFCC}" type="datetimeFigureOut">
              <a:rPr lang="fr-CH" smtClean="0"/>
              <a:t>18.11.2024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032227-0195-F5AA-13DD-22333A22C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D29144-D8F0-9E5B-6B0D-BF523BC2D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73F7-D8B9-40A3-A038-B1A57BDE0F4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19735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3EB882A-A38B-DDE1-6A2E-37EFA2E8D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16D156-4173-1398-5B1F-3B04973EB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7B698C-B933-0A44-D530-5010B43E8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08729-5C69-4FCF-9B05-91FED7D0CFCC}" type="datetimeFigureOut">
              <a:rPr lang="fr-CH" smtClean="0"/>
              <a:t>18.11.2024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2BFC3B-D858-522E-BCDA-BC7EB8B0F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C53114-D379-6E63-8C9B-27283BA9E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A73F7-D8B9-40A3-A038-B1A57BDE0F4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30015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6E8B08C-AC27-B867-6080-CB484D413427}"/>
              </a:ext>
            </a:extLst>
          </p:cNvPr>
          <p:cNvSpPr txBox="1"/>
          <p:nvPr/>
        </p:nvSpPr>
        <p:spPr>
          <a:xfrm>
            <a:off x="1817091" y="810713"/>
            <a:ext cx="17741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Fresh Frozen 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Post-mortem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human brain 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(NC and AD)</a:t>
            </a:r>
          </a:p>
        </p:txBody>
      </p:sp>
      <p:pic>
        <p:nvPicPr>
          <p:cNvPr id="3" name="Picture 6" descr="Larger Sample Size Needed to Increase Reproducibility in ...">
            <a:extLst>
              <a:ext uri="{FF2B5EF4-FFF2-40B4-BE49-F238E27FC236}">
                <a16:creationId xmlns:a16="http://schemas.microsoft.com/office/drawing/2014/main" id="{94AE3F13-4875-C519-7A05-63D06BB19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972" y="852871"/>
            <a:ext cx="962380" cy="75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1C6EDF-07D9-FFF8-C84B-738A81D52DAE}"/>
              </a:ext>
            </a:extLst>
          </p:cNvPr>
          <p:cNvSpPr/>
          <p:nvPr/>
        </p:nvSpPr>
        <p:spPr>
          <a:xfrm>
            <a:off x="3374808" y="1185604"/>
            <a:ext cx="307083" cy="256655"/>
          </a:xfrm>
          <a:prstGeom prst="rect">
            <a:avLst/>
          </a:prstGeom>
          <a:solidFill>
            <a:srgbClr val="CCECFF">
              <a:alpha val="32157"/>
            </a:srgb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PF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0668B51F-0444-FDF9-5B76-21D7A356C6E9}"/>
              </a:ext>
            </a:extLst>
          </p:cNvPr>
          <p:cNvCxnSpPr>
            <a:cxnSpLocks/>
          </p:cNvCxnSpPr>
          <p:nvPr/>
        </p:nvCxnSpPr>
        <p:spPr>
          <a:xfrm>
            <a:off x="4599925" y="1264911"/>
            <a:ext cx="388610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3652FDFC-6D47-583A-D339-B3EB40AAB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879" y="704699"/>
            <a:ext cx="628738" cy="1247949"/>
          </a:xfrm>
          <a:prstGeom prst="rect">
            <a:avLst/>
          </a:prstGeom>
        </p:spPr>
      </p:pic>
      <p:pic>
        <p:nvPicPr>
          <p:cNvPr id="7" name="Picture 10" descr="Eppendorf free vector download (11 Free vector) for commercial use ...">
            <a:extLst>
              <a:ext uri="{FF2B5EF4-FFF2-40B4-BE49-F238E27FC236}">
                <a16:creationId xmlns:a16="http://schemas.microsoft.com/office/drawing/2014/main" id="{0CFDA4C1-D070-FD33-29AB-FCB5AF0F8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0970" y="1073404"/>
            <a:ext cx="193735" cy="478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0" descr="AutoPiquer - Kilgour Laboratory">
            <a:extLst>
              <a:ext uri="{FF2B5EF4-FFF2-40B4-BE49-F238E27FC236}">
                <a16:creationId xmlns:a16="http://schemas.microsoft.com/office/drawing/2014/main" id="{B542137A-E229-C6E4-1C0C-054C20C6C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714" y="843965"/>
            <a:ext cx="763287" cy="65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A4D346F-0E6A-AC0A-6A95-C681C08F13B4}"/>
              </a:ext>
            </a:extLst>
          </p:cNvPr>
          <p:cNvSpPr txBox="1"/>
          <p:nvPr/>
        </p:nvSpPr>
        <p:spPr>
          <a:xfrm>
            <a:off x="4780339" y="526168"/>
            <a:ext cx="1207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1400" dirty="0" err="1"/>
              <a:t>BioFluid</a:t>
            </a:r>
            <a:r>
              <a:rPr lang="fr-CH" sz="1400" dirty="0"/>
              <a:t> extraction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055B200-A1A3-F7B8-57DD-01997B12CC6F}"/>
              </a:ext>
            </a:extLst>
          </p:cNvPr>
          <p:cNvSpPr txBox="1"/>
          <p:nvPr/>
        </p:nvSpPr>
        <p:spPr>
          <a:xfrm>
            <a:off x="6336035" y="344845"/>
            <a:ext cx="1207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1400" dirty="0" err="1"/>
              <a:t>BrainD</a:t>
            </a:r>
            <a:r>
              <a:rPr lang="fr-CH" sz="1400" dirty="0"/>
              <a:t>-EV extraction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B0986FE-DABF-44BB-B950-2E3CE95BE1A1}"/>
              </a:ext>
            </a:extLst>
          </p:cNvPr>
          <p:cNvSpPr txBox="1"/>
          <p:nvPr/>
        </p:nvSpPr>
        <p:spPr>
          <a:xfrm>
            <a:off x="8168331" y="296838"/>
            <a:ext cx="1590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1400" dirty="0"/>
              <a:t>Mass </a:t>
            </a:r>
            <a:r>
              <a:rPr lang="fr-CH" sz="1400" dirty="0" err="1"/>
              <a:t>spectrometry</a:t>
            </a:r>
            <a:endParaRPr lang="fr-CH" sz="14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D0AE885-D5D8-D72E-9014-32B4A16A30F6}"/>
              </a:ext>
            </a:extLst>
          </p:cNvPr>
          <p:cNvSpPr txBox="1"/>
          <p:nvPr/>
        </p:nvSpPr>
        <p:spPr>
          <a:xfrm>
            <a:off x="1684123" y="2705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a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8DC21AD3-8436-D247-18C3-8C36FA5F7B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08" y="2956861"/>
            <a:ext cx="4987947" cy="2731784"/>
          </a:xfrm>
          <a:prstGeom prst="rect">
            <a:avLst/>
          </a:prstGeom>
        </p:spPr>
      </p:pic>
      <p:graphicFrame>
        <p:nvGraphicFramePr>
          <p:cNvPr id="15" name="Objet 14">
            <a:extLst>
              <a:ext uri="{FF2B5EF4-FFF2-40B4-BE49-F238E27FC236}">
                <a16:creationId xmlns:a16="http://schemas.microsoft.com/office/drawing/2014/main" id="{79D91AFE-3D40-0F96-E1AA-9FC0EAEBED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75979"/>
              </p:ext>
            </p:extLst>
          </p:nvPr>
        </p:nvGraphicFramePr>
        <p:xfrm>
          <a:off x="5072529" y="2144155"/>
          <a:ext cx="7128297" cy="4566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10" r:id="rId7" imgW="7746519" imgH="4962923" progId="Prism10.Document">
                  <p:embed/>
                </p:oleObj>
              </mc:Choice>
              <mc:Fallback>
                <p:oleObj name="Prism 10" r:id="rId7" imgW="7746519" imgH="4962923" progId="Prism10.Document">
                  <p:embed/>
                  <p:pic>
                    <p:nvPicPr>
                      <p:cNvPr id="15" name="Objet 14">
                        <a:extLst>
                          <a:ext uri="{FF2B5EF4-FFF2-40B4-BE49-F238E27FC236}">
                            <a16:creationId xmlns:a16="http://schemas.microsoft.com/office/drawing/2014/main" id="{79D91AFE-3D40-0F96-E1AA-9FC0EAEBED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72529" y="2144155"/>
                        <a:ext cx="7128297" cy="4566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29915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Grand écran</PresentationFormat>
  <Paragraphs>9</Paragraphs>
  <Slides>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Prism 10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Richetin</dc:creator>
  <cp:lastModifiedBy>Kevin Richetin</cp:lastModifiedBy>
  <cp:revision>1</cp:revision>
  <dcterms:created xsi:type="dcterms:W3CDTF">2024-11-18T12:09:32Z</dcterms:created>
  <dcterms:modified xsi:type="dcterms:W3CDTF">2024-11-18T12:10:09Z</dcterms:modified>
</cp:coreProperties>
</file>